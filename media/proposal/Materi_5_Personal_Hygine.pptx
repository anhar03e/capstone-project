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8" r:id="rId4"/>
    <p:sldId id="309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0" r:id="rId13"/>
    <p:sldId id="258" r:id="rId14"/>
    <p:sldId id="259" r:id="rId15"/>
    <p:sldId id="260" r:id="rId16"/>
    <p:sldId id="261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4" r:id="rId28"/>
    <p:sldId id="273" r:id="rId29"/>
    <p:sldId id="275" r:id="rId30"/>
    <p:sldId id="276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7EC7-10D2-6007-CD3E-C0D8287C4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01735-985C-731F-21AF-C85F86404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27766-AFD6-FA4F-826C-BEE67A70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6F29D-07F7-BB1A-6F87-0AA77EFC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19CA6-4520-85AF-5945-CF1B80E1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042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14-F93B-80F6-9157-AFA04BB9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5397-81DB-7F2D-8EF0-5E2533619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55160-67F4-44D1-F2E0-A0A5DC14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38570-83CF-F4E0-0D1F-13477BA4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7F39E-2993-0862-B47C-29777B8A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820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B64B-722C-AA0E-50A5-E212DE1F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9C9FF-16A3-3E69-0FD6-422C1C93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2409-FD2E-234B-EE00-93A1A1D7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39406-5847-1298-1D38-6ED243D3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BE58-BA1D-693F-63F0-B3891E7D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122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BB81-284B-1846-5549-C9B8BB6D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85B6C-98BC-D91C-956B-04140447F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47F92-4869-90D6-8C2A-AFA518118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E4D0-085C-5A3F-2362-04A7467D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EC1A6-089C-2101-143B-C3B6206A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4614E-CE60-AE5C-FE09-43A0C3A2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667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9D79-DEA0-0C13-3ECB-BC764C61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E8A7F-A068-EC66-076B-9FD376279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A2B34-93C7-CB71-4070-33C78E3D4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3756B-930F-A761-C1D9-08F49AE3E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BBACE-5F98-6C26-8152-D870B3A3F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81A4F-0BE2-1508-613E-FA418F4E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FA411-87EC-D697-3197-0AE771F5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7B233-6608-86B4-C07F-6C9C4EE5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481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9864-D14A-4618-4289-B1D87E3A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6D4F8-2F14-BBBA-A7B8-CF387371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14635-8364-DCA5-6386-F96C612F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3CE70-C3F9-8A07-3C80-A6A6C171D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919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BA452-A66B-825F-0354-072661F3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25836-6A2F-9D88-9C33-FB31208C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D7894-93F3-2BCD-EEBE-6B4A33E0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CC61-33B4-5470-89EF-234DE3C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215D7-ED56-696E-4EFD-7EED2377C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051FD-C1DE-5FF4-5F9F-76B34E2C6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E4150-9230-91DD-0848-EAC1E0C7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57544-3D47-F1F3-CE4A-90AED651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1790D-917B-A3D3-7034-C65C7027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83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3648-4610-BC89-557C-55F51F604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40782-0179-7CE8-CA9C-1C0EA35CB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8A25-3A84-4712-59EC-34BD34DD2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25D3F-BA34-E847-D2A1-7F09B506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380B2-FF1D-222A-744E-DAE30CB3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39B66-4849-E4C0-7909-0D03DFFB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867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3317-8C02-3593-089B-51430A2B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C945B-862F-C521-EA29-E63A823A9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FA6AF-15A5-07A8-8146-B00CA554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B197-9F41-57F7-F1FF-5526B698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9BEA-D1BB-39AB-09DD-CE1655D0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265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EE47D-D822-35A2-4FD2-A64AA60D7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871D3-5F3A-9D8C-93C7-BD0D7E538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CB738-A27E-91BF-8C1D-5FB22802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B2D69-D1BC-744D-52CD-959DD923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C1BCF-7171-3981-44F8-BFA400F9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42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45082-8791-2830-5037-52A5388C8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85101-5049-F222-220C-CE20E0DF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ADB8B-1FFB-1362-A152-1A36FCB9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F5C58-CAD1-4D55-80FC-15DCB9009355}" type="datetimeFigureOut">
              <a:rPr lang="en-ID" smtClean="0"/>
              <a:t>08/03/2025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E5FFD-B2FF-19D4-61F9-FF3DCFF81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A06F9-C308-C106-7729-3B3EEC872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9A739-3CE4-4E87-8988-B2B59E288D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62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5F7A-1DC0-0B3B-B6F7-1FD0F15BA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1052513"/>
          </a:xfrm>
        </p:spPr>
        <p:txBody>
          <a:bodyPr>
            <a:normAutofit fontScale="90000"/>
          </a:bodyPr>
          <a:lstStyle/>
          <a:p>
            <a:r>
              <a:rPr lang="en-ID" dirty="0"/>
              <a:t>PERSONAL HYGIENE PADA LINGKUNGAN KERJA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29989-5B84-ECFD-498B-86EFBFF47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4" y="4554538"/>
            <a:ext cx="9144000" cy="1655762"/>
          </a:xfrm>
        </p:spPr>
        <p:txBody>
          <a:bodyPr/>
          <a:lstStyle/>
          <a:p>
            <a:r>
              <a:rPr lang="en-US" dirty="0" err="1"/>
              <a:t>Materi</a:t>
            </a:r>
            <a:r>
              <a:rPr lang="en-US" dirty="0"/>
              <a:t> 4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8209E-8CCC-0AAA-DB45-8439C936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857" y="860220"/>
            <a:ext cx="1786283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0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4702-05D6-08A0-51F3-B98FE5C3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Pengertian</a:t>
            </a:r>
            <a:r>
              <a:rPr lang="en-ID" dirty="0"/>
              <a:t> Personal Hygiene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A7086-AC83-665F-BC8D-2217E253B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i="1" dirty="0"/>
              <a:t>Hygiene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dan </a:t>
            </a:r>
            <a:r>
              <a:rPr lang="en-ID" dirty="0" err="1"/>
              <a:t>mempertinggi</a:t>
            </a:r>
            <a:r>
              <a:rPr lang="en-ID" dirty="0"/>
              <a:t> </a:t>
            </a:r>
            <a:r>
              <a:rPr lang="en-ID" dirty="0" err="1"/>
              <a:t>derajat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ilmu</a:t>
            </a:r>
            <a:r>
              <a:rPr lang="en-ID" dirty="0"/>
              <a:t> yang </a:t>
            </a:r>
            <a:r>
              <a:rPr lang="en-ID" dirty="0" err="1"/>
              <a:t>mempelajari</a:t>
            </a:r>
            <a:r>
              <a:rPr lang="en-ID" dirty="0"/>
              <a:t> </a:t>
            </a:r>
            <a:r>
              <a:rPr lang="en-ID" dirty="0" err="1"/>
              <a:t>cara-cara</a:t>
            </a:r>
            <a:r>
              <a:rPr lang="en-ID" dirty="0"/>
              <a:t> yang </a:t>
            </a:r>
            <a:r>
              <a:rPr lang="en-ID" dirty="0" err="1"/>
              <a:t>berguna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. </a:t>
            </a:r>
          </a:p>
          <a:p>
            <a:pPr algn="just"/>
            <a:r>
              <a:rPr lang="en-ID" i="1" dirty="0"/>
              <a:t>Personal hygiene</a:t>
            </a:r>
            <a:r>
              <a:rPr lang="en-ID" dirty="0"/>
              <a:t> </a:t>
            </a:r>
            <a:r>
              <a:rPr lang="en-ID" dirty="0" err="1"/>
              <a:t>ialah</a:t>
            </a:r>
            <a:r>
              <a:rPr lang="en-ID" dirty="0"/>
              <a:t> </a:t>
            </a:r>
            <a:r>
              <a:rPr lang="en-ID" dirty="0" err="1"/>
              <a:t>usaha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, </a:t>
            </a:r>
            <a:r>
              <a:rPr lang="en-ID" dirty="0" err="1"/>
              <a:t>menjaga</a:t>
            </a:r>
            <a:r>
              <a:rPr lang="en-ID" dirty="0"/>
              <a:t> dan </a:t>
            </a:r>
            <a:r>
              <a:rPr lang="en-ID" dirty="0" err="1"/>
              <a:t>mempertinggi</a:t>
            </a:r>
            <a:r>
              <a:rPr lang="en-ID" dirty="0"/>
              <a:t> </a:t>
            </a:r>
            <a:r>
              <a:rPr lang="en-ID" dirty="0" err="1"/>
              <a:t>derajat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kaki (Retno </a:t>
            </a:r>
            <a:r>
              <a:rPr lang="en-ID" dirty="0" err="1"/>
              <a:t>yuliati</a:t>
            </a:r>
            <a:r>
              <a:rPr lang="en-ID" dirty="0"/>
              <a:t> dan </a:t>
            </a:r>
            <a:r>
              <a:rPr lang="en-ID" dirty="0" err="1"/>
              <a:t>Yuliarsih</a:t>
            </a:r>
            <a:r>
              <a:rPr lang="en-ID" dirty="0"/>
              <a:t>, 2002). </a:t>
            </a:r>
          </a:p>
        </p:txBody>
      </p:sp>
    </p:spTree>
    <p:extLst>
      <p:ext uri="{BB962C8B-B14F-4D97-AF65-F5344CB8AC3E}">
        <p14:creationId xmlns:p14="http://schemas.microsoft.com/office/powerpoint/2010/main" val="42918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5BE1-C6C3-6B08-9E06-33A91AE5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Pengertian</a:t>
            </a:r>
            <a:r>
              <a:rPr lang="en-ID" dirty="0"/>
              <a:t> Personal Hygiene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F15A5-3D0E-ACCE-33C3-A4232E106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b="1" dirty="0"/>
              <a:t>Personal hygiene di </a:t>
            </a:r>
            <a:r>
              <a:rPr lang="en-ID" b="1" dirty="0" err="1"/>
              <a:t>lingkungan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praktik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dan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, </a:t>
            </a:r>
            <a:r>
              <a:rPr lang="en-ID" dirty="0" err="1"/>
              <a:t>aman</a:t>
            </a:r>
            <a:r>
              <a:rPr lang="en-ID" dirty="0"/>
              <a:t>, dan </a:t>
            </a:r>
            <a:r>
              <a:rPr lang="en-ID" dirty="0" err="1"/>
              <a:t>nyaman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orang.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merawat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higienis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751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25B3-B6F7-1D7C-8953-9132F37B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b="1" dirty="0" err="1"/>
              <a:t>Aspek</a:t>
            </a:r>
            <a:r>
              <a:rPr lang="en-ID" b="1" dirty="0"/>
              <a:t> </a:t>
            </a:r>
            <a:r>
              <a:rPr lang="en-ID" b="1" dirty="0" err="1"/>
              <a:t>Penting</a:t>
            </a:r>
            <a:r>
              <a:rPr lang="en-ID" b="1" dirty="0"/>
              <a:t> Personal Hygiene </a:t>
            </a:r>
            <a:br>
              <a:rPr lang="en-ID" b="1" dirty="0"/>
            </a:br>
            <a:r>
              <a:rPr lang="en-ID" b="1" dirty="0"/>
              <a:t>di </a:t>
            </a:r>
            <a:r>
              <a:rPr lang="en-ID" b="1" dirty="0" err="1"/>
              <a:t>Lingkungan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736B8-A59D-83E3-A6C9-F98D82B7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b="1" dirty="0" err="1"/>
              <a:t>Aspek</a:t>
            </a:r>
            <a:r>
              <a:rPr lang="en-ID" b="1" dirty="0"/>
              <a:t> </a:t>
            </a:r>
            <a:r>
              <a:rPr lang="en-ID" b="1" dirty="0" err="1"/>
              <a:t>Penting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Personal Hygiene di </a:t>
            </a:r>
            <a:r>
              <a:rPr lang="en-ID" b="1" dirty="0" err="1"/>
              <a:t>Lingkungan</a:t>
            </a:r>
            <a:r>
              <a:rPr lang="en-ID" b="1" dirty="0"/>
              <a:t> </a:t>
            </a:r>
            <a:r>
              <a:rPr lang="en-ID" b="1" dirty="0" err="1"/>
              <a:t>Kerja</a:t>
            </a:r>
            <a:r>
              <a:rPr lang="en-ID" b="1" dirty="0"/>
              <a:t>:</a:t>
            </a:r>
          </a:p>
          <a:p>
            <a:pPr marL="361950" indent="-361950" algn="just">
              <a:buFont typeface="+mj-lt"/>
              <a:buAutoNum type="arabicPeriod"/>
            </a:pPr>
            <a:r>
              <a:rPr lang="en-ID" b="1" dirty="0" err="1"/>
              <a:t>Kebersihan</a:t>
            </a:r>
            <a:r>
              <a:rPr lang="en-ID" b="1" dirty="0"/>
              <a:t> </a:t>
            </a:r>
            <a:r>
              <a:rPr lang="en-ID" b="1" dirty="0" err="1"/>
              <a:t>Tangan</a:t>
            </a:r>
            <a:r>
              <a:rPr lang="en-ID" dirty="0"/>
              <a:t> –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teratur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penyebaran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dan </a:t>
            </a:r>
            <a:r>
              <a:rPr lang="en-ID" dirty="0" err="1"/>
              <a:t>penyakit</a:t>
            </a:r>
            <a:r>
              <a:rPr lang="en-ID" dirty="0"/>
              <a:t>.</a:t>
            </a:r>
          </a:p>
          <a:p>
            <a:pPr marL="361950" indent="-361950" algn="just">
              <a:buFont typeface="+mj-lt"/>
              <a:buAutoNum type="arabicPeriod"/>
            </a:pPr>
            <a:r>
              <a:rPr lang="en-ID" b="1" dirty="0" err="1"/>
              <a:t>Kebersihan</a:t>
            </a:r>
            <a:r>
              <a:rPr lang="en-ID" b="1" dirty="0"/>
              <a:t> </a:t>
            </a:r>
            <a:r>
              <a:rPr lang="en-ID" b="1" dirty="0" err="1"/>
              <a:t>Pakaian</a:t>
            </a:r>
            <a:r>
              <a:rPr lang="en-ID" dirty="0"/>
              <a:t> –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  <a:p>
            <a:pPr marL="361950" indent="-361950" algn="just">
              <a:buFont typeface="+mj-lt"/>
              <a:buAutoNum type="arabicPeriod"/>
            </a:pPr>
            <a:r>
              <a:rPr lang="en-ID" b="1" dirty="0"/>
              <a:t>Kesehatan dan </a:t>
            </a:r>
            <a:r>
              <a:rPr lang="en-ID" b="1" dirty="0" err="1"/>
              <a:t>Kebersihan</a:t>
            </a:r>
            <a:r>
              <a:rPr lang="en-ID" b="1" dirty="0"/>
              <a:t> </a:t>
            </a:r>
            <a:r>
              <a:rPr lang="en-ID" b="1" dirty="0" err="1"/>
              <a:t>Tubuh</a:t>
            </a:r>
            <a:r>
              <a:rPr lang="en-ID" dirty="0"/>
              <a:t> – Mandi </a:t>
            </a:r>
            <a:r>
              <a:rPr lang="en-ID" dirty="0" err="1"/>
              <a:t>secara</a:t>
            </a:r>
            <a:r>
              <a:rPr lang="en-ID" dirty="0"/>
              <a:t> rutin,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, kuku, dan </a:t>
            </a:r>
            <a:r>
              <a:rPr lang="en-ID" dirty="0" err="1"/>
              <a:t>gigi</a:t>
            </a:r>
            <a:r>
              <a:rPr lang="en-ID" dirty="0"/>
              <a:t>.</a:t>
            </a:r>
          </a:p>
          <a:p>
            <a:pPr marL="361950" indent="-361950" algn="just">
              <a:buFont typeface="+mj-lt"/>
              <a:buAutoNum type="arabicPeriod"/>
            </a:pPr>
            <a:r>
              <a:rPr lang="en-ID" b="1" dirty="0"/>
              <a:t>Etika </a:t>
            </a:r>
            <a:r>
              <a:rPr lang="en-ID" b="1" dirty="0" err="1"/>
              <a:t>Batuk</a:t>
            </a:r>
            <a:r>
              <a:rPr lang="en-ID" b="1" dirty="0"/>
              <a:t> dan Bersin</a:t>
            </a:r>
            <a:r>
              <a:rPr lang="en-ID" dirty="0"/>
              <a:t> –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tisu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siku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</a:t>
            </a:r>
            <a:r>
              <a:rPr lang="en-ID" dirty="0" err="1"/>
              <a:t>mulut</a:t>
            </a:r>
            <a:r>
              <a:rPr lang="en-ID" dirty="0"/>
              <a:t> agar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menyebarkan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.</a:t>
            </a:r>
          </a:p>
          <a:p>
            <a:pPr marL="361950" indent="-361950" algn="just">
              <a:buFont typeface="+mj-lt"/>
              <a:buAutoNum type="arabicPeriod"/>
            </a:pPr>
            <a:r>
              <a:rPr lang="en-ID" b="1" dirty="0" err="1"/>
              <a:t>Kebersihan</a:t>
            </a:r>
            <a:r>
              <a:rPr lang="en-ID" b="1" dirty="0"/>
              <a:t> di Area </a:t>
            </a:r>
            <a:r>
              <a:rPr lang="en-ID" b="1" dirty="0" err="1"/>
              <a:t>Kerja</a:t>
            </a:r>
            <a:r>
              <a:rPr lang="en-ID" dirty="0"/>
              <a:t> –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meja</a:t>
            </a:r>
            <a:r>
              <a:rPr lang="en-ID" dirty="0"/>
              <a:t>, </a:t>
            </a:r>
            <a:r>
              <a:rPr lang="en-ID" dirty="0" err="1"/>
              <a:t>peralatan</a:t>
            </a:r>
            <a:r>
              <a:rPr lang="en-ID" dirty="0"/>
              <a:t>, dan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agar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9162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74BB-E2BC-8A5F-B146-EC67EF98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42DAB-D4F9-D08E-3885-15D1A76F8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(Personal hygiene)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/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tertularnya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salah </a:t>
            </a:r>
            <a:r>
              <a:rPr lang="en-ID" dirty="0" err="1"/>
              <a:t>satunya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(PAK). </a:t>
            </a:r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, </a:t>
            </a:r>
            <a:r>
              <a:rPr lang="en-ID" dirty="0" err="1"/>
              <a:t>pekerja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Personal hygiene </a:t>
            </a:r>
            <a:r>
              <a:rPr lang="en-ID" dirty="0" err="1"/>
              <a:t>mencakup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,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sekitar</a:t>
            </a:r>
            <a:r>
              <a:rPr lang="en-ID" dirty="0"/>
              <a:t> </a:t>
            </a:r>
            <a:r>
              <a:rPr lang="en-ID" dirty="0" err="1"/>
              <a:t>guna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6914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D4DA-4AD1-7299-477C-7EF3198A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F2E50-1785-8B6C-B042-06BDD2322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i="1" dirty="0"/>
              <a:t>personal hygiene </a:t>
            </a:r>
            <a:r>
              <a:rPr lang="en-ID" dirty="0"/>
              <a:t>sangat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: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Penyebaran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Menular</a:t>
            </a:r>
            <a:endParaRPr lang="en-ID" dirty="0"/>
          </a:p>
          <a:p>
            <a:pPr lvl="1" algn="just"/>
            <a:r>
              <a:rPr lang="en-ID" dirty="0"/>
              <a:t>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, </a:t>
            </a:r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antarpekerja</a:t>
            </a:r>
            <a:r>
              <a:rPr lang="en-ID" dirty="0"/>
              <a:t> dan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fasilitas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penyebaran</a:t>
            </a:r>
            <a:r>
              <a:rPr lang="en-ID" dirty="0"/>
              <a:t> virus dan </a:t>
            </a:r>
            <a:r>
              <a:rPr lang="en-ID" dirty="0" err="1"/>
              <a:t>bakteri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menggunakan</a:t>
            </a:r>
            <a:r>
              <a:rPr lang="en-ID" dirty="0"/>
              <a:t> masker, dan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saluran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, flu,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pencernaan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kontaminasi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9785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6875-863D-EE38-51A7-58B4E88B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0624-0019-ABB0-DA08-51F3DE51C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2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Paparan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Berbahaya</a:t>
            </a:r>
            <a:endParaRPr lang="en-ID" dirty="0"/>
          </a:p>
          <a:p>
            <a:pPr lvl="1" algn="just"/>
            <a:r>
              <a:rPr lang="en-ID" dirty="0" err="1"/>
              <a:t>Pekerja</a:t>
            </a:r>
            <a:r>
              <a:rPr lang="en-ID" dirty="0"/>
              <a:t> di </a:t>
            </a:r>
            <a:r>
              <a:rPr lang="en-ID" dirty="0" err="1"/>
              <a:t>sektor</a:t>
            </a:r>
            <a:r>
              <a:rPr lang="en-ID" dirty="0"/>
              <a:t> </a:t>
            </a:r>
            <a:r>
              <a:rPr lang="en-ID" dirty="0" err="1"/>
              <a:t>industri</a:t>
            </a:r>
            <a:r>
              <a:rPr lang="en-ID" dirty="0"/>
              <a:t>, </a:t>
            </a:r>
            <a:r>
              <a:rPr lang="en-ID" dirty="0" err="1"/>
              <a:t>kesehatan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laboratorium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terpapar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kimia</a:t>
            </a:r>
            <a:r>
              <a:rPr lang="en-ID" dirty="0"/>
              <a:t>, </a:t>
            </a:r>
            <a:r>
              <a:rPr lang="en-ID" dirty="0" err="1"/>
              <a:t>debu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beracun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lvl="1" algn="just"/>
            <a:r>
              <a:rPr lang="en-ID" dirty="0"/>
              <a:t>Mandi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</a:t>
            </a:r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pulang</a:t>
            </a:r>
            <a:r>
              <a:rPr lang="en-ID" dirty="0"/>
              <a:t>, dan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pelindung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(APD)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zat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, </a:t>
            </a:r>
            <a:r>
              <a:rPr lang="en-ID" dirty="0" err="1"/>
              <a:t>mulut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saluran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031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47AC-9179-F2BD-656D-A24B20D1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AF10-1ED2-EBBA-2B19-50784B31F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3"/>
            </a:pP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endParaRPr lang="en-ID" dirty="0"/>
          </a:p>
          <a:p>
            <a:pPr lvl="1" algn="just"/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kotor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lembap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iritasi</a:t>
            </a:r>
            <a:r>
              <a:rPr lang="en-ID" dirty="0"/>
              <a:t>, </a:t>
            </a:r>
            <a:r>
              <a:rPr lang="en-ID" dirty="0" err="1"/>
              <a:t>alergi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jamur</a:t>
            </a:r>
            <a:r>
              <a:rPr lang="en-ID" dirty="0"/>
              <a:t>.</a:t>
            </a:r>
          </a:p>
          <a:p>
            <a:pPr lvl="1" algn="just"/>
            <a:r>
              <a:rPr lang="en-ID" dirty="0"/>
              <a:t>Rutin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sarung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dan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kontak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497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272E0-E8D4-015E-8EDF-061CE3D71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9A21B-C0B2-C309-12A8-4A420571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4"/>
            </a:pPr>
            <a:r>
              <a:rPr lang="en-ID" dirty="0" err="1"/>
              <a:t>Menjaga</a:t>
            </a:r>
            <a:r>
              <a:rPr lang="en-ID" dirty="0"/>
              <a:t> Kesehatan </a:t>
            </a:r>
            <a:r>
              <a:rPr lang="en-ID" dirty="0" err="1"/>
              <a:t>Pernapasan</a:t>
            </a:r>
            <a:endParaRPr lang="en-ID" dirty="0"/>
          </a:p>
          <a:p>
            <a:pPr lvl="1" algn="just"/>
            <a:r>
              <a:rPr lang="en-ID" dirty="0" err="1"/>
              <a:t>Debu</a:t>
            </a:r>
            <a:r>
              <a:rPr lang="en-ID" dirty="0"/>
              <a:t>, asap, </a:t>
            </a:r>
            <a:r>
              <a:rPr lang="en-ID" dirty="0" err="1"/>
              <a:t>atau</a:t>
            </a:r>
            <a:r>
              <a:rPr lang="en-ID" dirty="0"/>
              <a:t> gas </a:t>
            </a:r>
            <a:r>
              <a:rPr lang="en-ID" dirty="0" err="1"/>
              <a:t>beracun</a:t>
            </a:r>
            <a:r>
              <a:rPr lang="en-ID" dirty="0"/>
              <a:t> di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pernapasan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asma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paru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Menggunakan</a:t>
            </a:r>
            <a:r>
              <a:rPr lang="en-ID" dirty="0"/>
              <a:t> masker,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ventilasi</a:t>
            </a:r>
            <a:r>
              <a:rPr lang="en-ID" dirty="0"/>
              <a:t> </a:t>
            </a:r>
            <a:r>
              <a:rPr lang="en-ID" dirty="0" err="1"/>
              <a:t>udara</a:t>
            </a:r>
            <a:r>
              <a:rPr lang="en-ID" dirty="0"/>
              <a:t> yang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paru-paru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8691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435A-8FEE-B212-7A8D-90FEC41F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9EE75-3607-171D-587A-A656DDBC2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5"/>
            </a:pP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Pencernaan</a:t>
            </a:r>
            <a:endParaRPr lang="en-ID" dirty="0"/>
          </a:p>
          <a:p>
            <a:pPr lvl="1" algn="just"/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terkontaminasi</a:t>
            </a:r>
            <a:r>
              <a:rPr lang="en-ID" dirty="0"/>
              <a:t> oleh </a:t>
            </a:r>
            <a:r>
              <a:rPr lang="en-ID" dirty="0" err="1"/>
              <a:t>tangan</a:t>
            </a:r>
            <a:r>
              <a:rPr lang="en-ID" dirty="0"/>
              <a:t> yang </a:t>
            </a:r>
            <a:r>
              <a:rPr lang="en-ID" dirty="0" err="1"/>
              <a:t>kotor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higienis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diare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keracunan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dikonsumsi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pencernaan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614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CE7-B168-75A0-6DB8-C4822C00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br>
              <a:rPr lang="en-ID" dirty="0"/>
            </a:br>
            <a:r>
              <a:rPr lang="en-ID" dirty="0"/>
              <a:t>(personal hygiene)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2E625-4300-848A-5DD7-6ECF7C67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arenR" startAt="6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Produktivitas</a:t>
            </a:r>
            <a:r>
              <a:rPr lang="en-ID" dirty="0"/>
              <a:t> dan </a:t>
            </a:r>
            <a:r>
              <a:rPr lang="en-ID" dirty="0" err="1"/>
              <a:t>Kesejahteraan</a:t>
            </a:r>
            <a:r>
              <a:rPr lang="en-ID" dirty="0"/>
              <a:t> </a:t>
            </a:r>
            <a:r>
              <a:rPr lang="en-ID" dirty="0" err="1"/>
              <a:t>Kerja</a:t>
            </a:r>
            <a:endParaRPr lang="en-ID" dirty="0"/>
          </a:p>
          <a:p>
            <a:pPr lvl="1" algn="just"/>
            <a:r>
              <a:rPr lang="en-ID" dirty="0" err="1"/>
              <a:t>Pekerja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dan </a:t>
            </a:r>
            <a:r>
              <a:rPr lang="en-ID" dirty="0" err="1"/>
              <a:t>produktif</a:t>
            </a:r>
            <a:r>
              <a:rPr lang="en-ID" dirty="0"/>
              <a:t>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.</a:t>
            </a:r>
          </a:p>
          <a:p>
            <a:pPr lvl="1" algn="just"/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sehat</a:t>
            </a:r>
            <a:r>
              <a:rPr lang="en-ID" dirty="0"/>
              <a:t> juga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suasana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nyaman</a:t>
            </a:r>
            <a:r>
              <a:rPr lang="en-ID" dirty="0"/>
              <a:t>,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stres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kesejahteraan</a:t>
            </a:r>
            <a:r>
              <a:rPr lang="en-ID" dirty="0"/>
              <a:t> </a:t>
            </a:r>
            <a:r>
              <a:rPr lang="en-ID" dirty="0" err="1"/>
              <a:t>karyawan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502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D7FE-ABCD-EA6D-04E0-6C99868A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</a:t>
            </a:r>
            <a:r>
              <a:rPr lang="en-US" dirty="0" err="1"/>
              <a:t>Hidup</a:t>
            </a:r>
            <a:r>
              <a:rPr lang="en-US" dirty="0"/>
              <a:t> Sehat (1)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A2D71-85F4-9382-EB35-4EA30E57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/>
              <a:t>Pola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kebiasaan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yang </a:t>
            </a:r>
            <a:r>
              <a:rPr lang="en-ID" dirty="0" err="1"/>
              <a:t>berpengaruh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pPr algn="just"/>
            <a:r>
              <a:rPr lang="en-ID" dirty="0"/>
              <a:t>Olah raga </a:t>
            </a:r>
            <a:r>
              <a:rPr lang="en-ID" dirty="0" err="1"/>
              <a:t>teratur</a:t>
            </a:r>
            <a:endParaRPr lang="en-ID" dirty="0"/>
          </a:p>
          <a:p>
            <a:pPr algn="just"/>
            <a:r>
              <a:rPr lang="en-ID" dirty="0"/>
              <a:t>Makan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bergizi</a:t>
            </a:r>
            <a:endParaRPr lang="en-ID" dirty="0"/>
          </a:p>
          <a:p>
            <a:pPr algn="just"/>
            <a:r>
              <a:rPr lang="en-ID" dirty="0" err="1"/>
              <a:t>Rajin</a:t>
            </a:r>
            <a:r>
              <a:rPr lang="en-ID" dirty="0"/>
              <a:t> </a:t>
            </a:r>
            <a:r>
              <a:rPr lang="en-ID" dirty="0" err="1"/>
              <a:t>beribadah</a:t>
            </a:r>
            <a:r>
              <a:rPr lang="en-ID" dirty="0"/>
              <a:t> dan </a:t>
            </a:r>
            <a:r>
              <a:rPr lang="en-ID" dirty="0" err="1"/>
              <a:t>berdoa</a:t>
            </a:r>
            <a:endParaRPr lang="en-ID" dirty="0"/>
          </a:p>
          <a:p>
            <a:pPr algn="just"/>
            <a:r>
              <a:rPr lang="en-ID" dirty="0" err="1"/>
              <a:t>Melestarikan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menebang</a:t>
            </a:r>
            <a:r>
              <a:rPr lang="en-ID" dirty="0"/>
              <a:t> </a:t>
            </a:r>
            <a:r>
              <a:rPr lang="en-ID" dirty="0" err="1"/>
              <a:t>pohon</a:t>
            </a:r>
            <a:r>
              <a:rPr lang="en-ID" dirty="0"/>
              <a:t> </a:t>
            </a:r>
            <a:r>
              <a:rPr lang="en-ID" dirty="0" err="1"/>
              <a:t>sembarangan</a:t>
            </a:r>
            <a:r>
              <a:rPr lang="en-ID" dirty="0"/>
              <a:t>).</a:t>
            </a:r>
          </a:p>
          <a:p>
            <a:pPr algn="just"/>
            <a:r>
              <a:rPr lang="en-ID" dirty="0" err="1"/>
              <a:t>Memiliki</a:t>
            </a:r>
            <a:r>
              <a:rPr lang="en-ID" dirty="0"/>
              <a:t> toilet yang </a:t>
            </a:r>
            <a:r>
              <a:rPr lang="en-ID" dirty="0" err="1"/>
              <a:t>bersih</a:t>
            </a:r>
            <a:r>
              <a:rPr lang="en-ID" dirty="0"/>
              <a:t>,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aman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sex </a:t>
            </a:r>
            <a:r>
              <a:rPr lang="en-ID" dirty="0" err="1"/>
              <a:t>bebas</a:t>
            </a:r>
            <a:endParaRPr lang="en-ID" dirty="0"/>
          </a:p>
          <a:p>
            <a:pPr algn="just"/>
            <a:r>
              <a:rPr lang="en-ID" dirty="0" err="1"/>
              <a:t>Menjauhi</a:t>
            </a:r>
            <a:r>
              <a:rPr lang="en-ID" dirty="0"/>
              <a:t> </a:t>
            </a:r>
            <a:r>
              <a:rPr lang="en-ID" dirty="0" err="1"/>
              <a:t>rokok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Menjauhi</a:t>
            </a:r>
            <a:r>
              <a:rPr lang="en-ID" dirty="0"/>
              <a:t> </a:t>
            </a:r>
            <a:r>
              <a:rPr lang="en-ID" dirty="0" err="1"/>
              <a:t>narkoba</a:t>
            </a: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938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7A13-F407-558F-0A2F-77CAD9D2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</a:t>
            </a:r>
            <a:r>
              <a:rPr lang="en-US" dirty="0" err="1"/>
              <a:t>Hidup</a:t>
            </a:r>
            <a:r>
              <a:rPr lang="en-US" dirty="0"/>
              <a:t> Sehat 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39FA-6614-1120-61FE-69ABB94A3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oleh para </a:t>
            </a:r>
            <a:r>
              <a:rPr lang="en-ID" dirty="0" err="1"/>
              <a:t>ahli</a:t>
            </a:r>
            <a:r>
              <a:rPr lang="en-ID" dirty="0"/>
              <a:t> </a:t>
            </a:r>
            <a:r>
              <a:rPr lang="en-ID" dirty="0" err="1"/>
              <a:t>fisiologi</a:t>
            </a:r>
            <a:r>
              <a:rPr lang="en-ID" dirty="0"/>
              <a:t> Universitas Indonesia, </a:t>
            </a:r>
            <a:r>
              <a:rPr lang="en-ID" dirty="0" err="1"/>
              <a:t>gaya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: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55%;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pt-BR" dirty="0"/>
              <a:t>Mengurangi resiko diabetes hingga 50%;</a:t>
            </a:r>
            <a:endParaRPr lang="en-ID" dirty="0"/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tumor</a:t>
            </a:r>
            <a:r>
              <a:rPr lang="en-ID" dirty="0"/>
              <a:t> dan </a:t>
            </a:r>
            <a:r>
              <a:rPr lang="en-ID" dirty="0" err="1"/>
              <a:t>kanker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35%; 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terkena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 stroke dan </a:t>
            </a:r>
            <a:r>
              <a:rPr lang="en-ID" dirty="0" err="1"/>
              <a:t>jantung</a:t>
            </a:r>
            <a:r>
              <a:rPr lang="en-ID" dirty="0"/>
              <a:t> </a:t>
            </a:r>
            <a:r>
              <a:rPr lang="en-ID" dirty="0" err="1"/>
              <a:t>koroner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75%; 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harapan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diperpanjang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10 </a:t>
            </a:r>
            <a:r>
              <a:rPr lang="en-ID" dirty="0" err="1"/>
              <a:t>tahun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rata </a:t>
            </a:r>
            <a:r>
              <a:rPr lang="en-ID" dirty="0" err="1"/>
              <a:t>rata</a:t>
            </a:r>
            <a:r>
              <a:rPr lang="en-ID" dirty="0"/>
              <a:t> </a:t>
            </a:r>
            <a:r>
              <a:rPr lang="en-ID" dirty="0" err="1"/>
              <a:t>usia</a:t>
            </a:r>
            <a:r>
              <a:rPr lang="en-ID" dirty="0"/>
              <a:t> </a:t>
            </a:r>
            <a:r>
              <a:rPr lang="en-ID" dirty="0" err="1"/>
              <a:t>harapan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Indonesia.</a:t>
            </a:r>
          </a:p>
        </p:txBody>
      </p:sp>
    </p:spTree>
    <p:extLst>
      <p:ext uri="{BB962C8B-B14F-4D97-AF65-F5344CB8AC3E}">
        <p14:creationId xmlns:p14="http://schemas.microsoft.com/office/powerpoint/2010/main" val="86340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73EC-2D50-7C47-3D9B-C7A85328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</a:t>
            </a:r>
            <a:r>
              <a:rPr lang="en-US" dirty="0" err="1"/>
              <a:t>Hidup</a:t>
            </a:r>
            <a:r>
              <a:rPr lang="en-US" dirty="0"/>
              <a:t> Sehat (3)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96DA-6D2F-4A14-BCC5-10CF408B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dan ideal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segi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, mental dan </a:t>
            </a:r>
            <a:r>
              <a:rPr lang="en-ID" dirty="0" err="1"/>
              <a:t>sosial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(</a:t>
            </a:r>
            <a:r>
              <a:rPr lang="en-ID" dirty="0" err="1"/>
              <a:t>definisi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WHO </a:t>
            </a:r>
            <a:r>
              <a:rPr lang="en-ID" dirty="0" err="1"/>
              <a:t>Tahun</a:t>
            </a:r>
            <a:r>
              <a:rPr lang="en-ID" dirty="0"/>
              <a:t> 1950).</a:t>
            </a:r>
          </a:p>
          <a:p>
            <a:pPr algn="just"/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penampilan</a:t>
            </a:r>
            <a:r>
              <a:rPr lang="en-ID" dirty="0"/>
              <a:t> (performance)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,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sehari-hari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, </a:t>
            </a:r>
            <a:r>
              <a:rPr lang="en-ID" dirty="0" err="1"/>
              <a:t>berkarya</a:t>
            </a:r>
            <a:r>
              <a:rPr lang="en-ID" dirty="0"/>
              <a:t>, </a:t>
            </a:r>
            <a:r>
              <a:rPr lang="en-ID" dirty="0" err="1"/>
              <a:t>berkreasi</a:t>
            </a:r>
            <a:r>
              <a:rPr lang="en-ID" dirty="0"/>
              <a:t> dan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hal-hal</a:t>
            </a:r>
            <a:r>
              <a:rPr lang="en-ID" dirty="0"/>
              <a:t> yang </a:t>
            </a:r>
            <a:r>
              <a:rPr lang="en-ID" dirty="0" err="1"/>
              <a:t>produktif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bermanfaat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Kesehatan, </a:t>
            </a:r>
            <a:r>
              <a:rPr lang="en-ID" dirty="0" err="1"/>
              <a:t>pendidikan</a:t>
            </a:r>
            <a:r>
              <a:rPr lang="en-ID" dirty="0"/>
              <a:t> dan </a:t>
            </a: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yang sangat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daya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</a:t>
            </a:r>
            <a:r>
              <a:rPr lang="en-ID" dirty="0" err="1"/>
              <a:t>berhak</a:t>
            </a:r>
            <a:r>
              <a:rPr lang="en-ID" dirty="0"/>
              <a:t> dan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, yang </a:t>
            </a:r>
            <a:r>
              <a:rPr lang="en-ID" dirty="0" err="1"/>
              <a:t>merupakan</a:t>
            </a:r>
            <a:r>
              <a:rPr lang="en-ID" dirty="0"/>
              <a:t> modal </a:t>
            </a:r>
            <a:r>
              <a:rPr lang="en-ID" dirty="0" err="1"/>
              <a:t>utama</a:t>
            </a:r>
            <a:r>
              <a:rPr lang="en-ID" dirty="0"/>
              <a:t> agar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produktif</a:t>
            </a:r>
            <a:r>
              <a:rPr lang="en-ID" dirty="0"/>
              <a:t>, </a:t>
            </a:r>
            <a:r>
              <a:rPr lang="en-ID" dirty="0" err="1"/>
              <a:t>bahagia</a:t>
            </a:r>
            <a:r>
              <a:rPr lang="en-ID" dirty="0"/>
              <a:t> dan </a:t>
            </a:r>
            <a:r>
              <a:rPr lang="en-ID" dirty="0" err="1"/>
              <a:t>sejahtera</a:t>
            </a:r>
            <a:r>
              <a:rPr lang="en-ID" dirty="0"/>
              <a:t>. (Bennett </a:t>
            </a:r>
            <a:r>
              <a:rPr lang="en-ID" dirty="0" err="1"/>
              <a:t>NB.Silalahi</a:t>
            </a:r>
            <a:r>
              <a:rPr lang="en-ID" dirty="0"/>
              <a:t>, 1995)</a:t>
            </a:r>
          </a:p>
        </p:txBody>
      </p:sp>
    </p:spTree>
    <p:extLst>
      <p:ext uri="{BB962C8B-B14F-4D97-AF65-F5344CB8AC3E}">
        <p14:creationId xmlns:p14="http://schemas.microsoft.com/office/powerpoint/2010/main" val="40812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E01A-0C2E-6305-2AD7-96C5F40B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4E6FC-D297-2BCD-3A23-F3986D013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kaki,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:</a:t>
            </a:r>
          </a:p>
          <a:p>
            <a:pPr marL="514350" indent="-514350">
              <a:buFont typeface="+mj-lt"/>
              <a:buAutoNum type="arabicParenR"/>
            </a:pPr>
            <a:r>
              <a:rPr lang="fi-FI" dirty="0"/>
              <a:t>Kebersihan rambut dan kulit kepala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, </a:t>
            </a:r>
            <a:r>
              <a:rPr lang="en-ID" dirty="0" err="1"/>
              <a:t>telinga</a:t>
            </a:r>
            <a:r>
              <a:rPr lang="en-ID" dirty="0"/>
              <a:t> dan </a:t>
            </a:r>
            <a:r>
              <a:rPr lang="en-ID" dirty="0" err="1"/>
              <a:t>hidung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dan </a:t>
            </a:r>
            <a:r>
              <a:rPr lang="en-ID" dirty="0" err="1"/>
              <a:t>mulut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badan</a:t>
            </a:r>
          </a:p>
          <a:p>
            <a:pPr marL="514350" indent="-514350">
              <a:buFont typeface="+mj-lt"/>
              <a:buAutoNum type="arabicParenR"/>
            </a:pPr>
            <a:r>
              <a:rPr lang="fi-FI" dirty="0"/>
              <a:t>Kebersihan kuku tangan dan kaki</a:t>
            </a:r>
            <a:endParaRPr lang="en-ID" dirty="0"/>
          </a:p>
          <a:p>
            <a:pPr marL="514350" indent="-514350">
              <a:buFont typeface="+mj-lt"/>
              <a:buAutoNum type="arabi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207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6957-1ED8-723E-DF86-C4685E16C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(2)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E57805-D065-49F1-6575-F6F586281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950" y="1833452"/>
            <a:ext cx="3956140" cy="4034834"/>
          </a:xfrm>
        </p:spPr>
      </p:pic>
    </p:spTree>
    <p:extLst>
      <p:ext uri="{BB962C8B-B14F-4D97-AF65-F5344CB8AC3E}">
        <p14:creationId xmlns:p14="http://schemas.microsoft.com/office/powerpoint/2010/main" val="4002981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714C-51C1-845B-D87A-1CEA5E8E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73A9F-14E1-04BB-44BD-3ED0BD9B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Tanda-</a:t>
            </a:r>
            <a:r>
              <a:rPr lang="en-ID" dirty="0" err="1"/>
              <a:t>tanda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lain: </a:t>
            </a:r>
          </a:p>
          <a:p>
            <a:r>
              <a:rPr lang="en-ID" dirty="0" err="1"/>
              <a:t>Penampilan</a:t>
            </a:r>
            <a:r>
              <a:rPr lang="en-ID" dirty="0"/>
              <a:t> </a:t>
            </a:r>
            <a:r>
              <a:rPr lang="en-ID" dirty="0" err="1"/>
              <a:t>dekil</a:t>
            </a:r>
            <a:r>
              <a:rPr lang="en-ID" dirty="0"/>
              <a:t>/</a:t>
            </a:r>
            <a:r>
              <a:rPr lang="en-ID" dirty="0" err="1"/>
              <a:t>kumal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rapih</a:t>
            </a:r>
            <a:r>
              <a:rPr lang="en-ID" dirty="0"/>
              <a:t> </a:t>
            </a:r>
          </a:p>
          <a:p>
            <a:r>
              <a:rPr lang="en-ID" dirty="0"/>
              <a:t>Badan </a:t>
            </a:r>
            <a:r>
              <a:rPr lang="en-ID" dirty="0" err="1"/>
              <a:t>bau</a:t>
            </a:r>
            <a:endParaRPr lang="en-ID" dirty="0"/>
          </a:p>
          <a:p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kumal</a:t>
            </a:r>
            <a:r>
              <a:rPr lang="en-ID" dirty="0"/>
              <a:t>, </a:t>
            </a:r>
            <a:r>
              <a:rPr lang="en-ID" dirty="0" err="1"/>
              <a:t>kotor</a:t>
            </a:r>
            <a:r>
              <a:rPr lang="en-ID" dirty="0"/>
              <a:t> dan </a:t>
            </a:r>
            <a:r>
              <a:rPr lang="en-ID" dirty="0" err="1"/>
              <a:t>banyak</a:t>
            </a:r>
            <a:r>
              <a:rPr lang="en-ID" dirty="0"/>
              <a:t> kutu </a:t>
            </a:r>
          </a:p>
          <a:p>
            <a:r>
              <a:rPr lang="en-ID" dirty="0"/>
              <a:t>Kuku </a:t>
            </a:r>
            <a:r>
              <a:rPr lang="en-ID" dirty="0" err="1"/>
              <a:t>panjang</a:t>
            </a:r>
            <a:r>
              <a:rPr lang="en-ID" dirty="0"/>
              <a:t> dan </a:t>
            </a:r>
            <a:r>
              <a:rPr lang="en-ID" dirty="0" err="1"/>
              <a:t>kotor</a:t>
            </a:r>
            <a:endParaRPr lang="en-ID" dirty="0"/>
          </a:p>
          <a:p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dipenuhi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(</a:t>
            </a:r>
            <a:r>
              <a:rPr lang="en-ID" dirty="0" err="1"/>
              <a:t>jamur</a:t>
            </a:r>
            <a:r>
              <a:rPr lang="en-ID" dirty="0"/>
              <a:t>, </a:t>
            </a:r>
            <a:r>
              <a:rPr lang="en-ID" dirty="0" err="1"/>
              <a:t>koreng</a:t>
            </a:r>
            <a:r>
              <a:rPr lang="en-ID" dirty="0"/>
              <a:t>, </a:t>
            </a:r>
            <a:r>
              <a:rPr lang="en-ID" dirty="0" err="1"/>
              <a:t>borok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90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4BC8-1E48-76F1-1DF4-C50221E3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224B-D1A4-9488-107C-6C1BD036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i-FI" dirty="0"/>
              <a:t>Berikut adalah beberapa komponen kebersihan diri (Personal Hygiene):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fi-FI" dirty="0"/>
              <a:t>Kebersihan Rambut dan Kulit Kepala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</a:t>
            </a:r>
            <a:endParaRPr lang="fi-FI" dirty="0"/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Kebarsihan</a:t>
            </a:r>
            <a:r>
              <a:rPr lang="en-ID" dirty="0"/>
              <a:t> Badan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79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B907-EBA3-0EDC-AF22-12F82BD5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(1)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9F3B-DA9E-ECAF-C2ED-54792789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dan Kesehatan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</a:t>
            </a:r>
            <a:r>
              <a:rPr lang="en-ID" dirty="0" err="1"/>
              <a:t>disamping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juga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memudahkan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penataannya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Kotoran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debu</a:t>
            </a:r>
            <a:r>
              <a:rPr lang="en-ID" dirty="0"/>
              <a:t> </a:t>
            </a:r>
            <a:r>
              <a:rPr lang="en-ID" dirty="0" err="1"/>
              <a:t>bekas</a:t>
            </a:r>
            <a:r>
              <a:rPr lang="en-ID" dirty="0"/>
              <a:t> hairspray, </a:t>
            </a:r>
            <a:r>
              <a:rPr lang="en-ID" dirty="0" err="1"/>
              <a:t>keringat</a:t>
            </a:r>
            <a:r>
              <a:rPr lang="en-ID" dirty="0"/>
              <a:t>, </a:t>
            </a:r>
            <a:r>
              <a:rPr lang="en-ID" dirty="0" err="1"/>
              <a:t>sel-sel</a:t>
            </a:r>
            <a:r>
              <a:rPr lang="en-ID" dirty="0"/>
              <a:t> </a:t>
            </a:r>
            <a:r>
              <a:rPr lang="en-ID" dirty="0" err="1"/>
              <a:t>lapisan</a:t>
            </a:r>
            <a:r>
              <a:rPr lang="en-ID" dirty="0"/>
              <a:t> </a:t>
            </a:r>
            <a:r>
              <a:rPr lang="en-ID" dirty="0" err="1"/>
              <a:t>tanduk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dan </a:t>
            </a:r>
            <a:r>
              <a:rPr lang="en-ID" dirty="0" err="1"/>
              <a:t>kosmetika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501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4472-335B-C9A1-2422-5FF2DC9D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(2)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FDD5-0356-487A-3578-3C19B0C6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Kosmetik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Kosmetik</a:t>
            </a:r>
            <a:r>
              <a:rPr lang="en-ID" dirty="0"/>
              <a:t> </a:t>
            </a:r>
            <a:r>
              <a:rPr lang="en-ID" dirty="0" err="1"/>
              <a:t>pembersih</a:t>
            </a:r>
            <a:r>
              <a:rPr lang="en-ID" dirty="0"/>
              <a:t>: egg </a:t>
            </a:r>
            <a:r>
              <a:rPr lang="en-ID" dirty="0" err="1"/>
              <a:t>syampo</a:t>
            </a:r>
            <a:r>
              <a:rPr lang="en-ID" dirty="0"/>
              <a:t>, cream, </a:t>
            </a:r>
            <a:r>
              <a:rPr lang="en-ID" dirty="0" err="1"/>
              <a:t>syampo</a:t>
            </a:r>
            <a:r>
              <a:rPr lang="en-ID" dirty="0"/>
              <a:t>, lemon </a:t>
            </a:r>
            <a:r>
              <a:rPr lang="en-ID" dirty="0" err="1"/>
              <a:t>syampo</a:t>
            </a:r>
            <a:r>
              <a:rPr lang="en-ID" dirty="0"/>
              <a:t>, medical </a:t>
            </a:r>
            <a:r>
              <a:rPr lang="en-ID" dirty="0" err="1"/>
              <a:t>syampo</a:t>
            </a:r>
            <a:r>
              <a:rPr lang="en-ID" dirty="0"/>
              <a:t>, antiseptic </a:t>
            </a:r>
            <a:r>
              <a:rPr lang="en-ID" dirty="0" err="1"/>
              <a:t>syampo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Kosmetik</a:t>
            </a:r>
            <a:r>
              <a:rPr lang="en-ID" dirty="0"/>
              <a:t> </a:t>
            </a:r>
            <a:r>
              <a:rPr lang="en-ID" dirty="0" err="1"/>
              <a:t>pembilas</a:t>
            </a:r>
            <a:r>
              <a:rPr lang="en-ID" dirty="0"/>
              <a:t>: </a:t>
            </a:r>
            <a:r>
              <a:rPr lang="en-ID" dirty="0" err="1"/>
              <a:t>pembilas</a:t>
            </a:r>
            <a:r>
              <a:rPr lang="en-ID" dirty="0"/>
              <a:t> yang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asam</a:t>
            </a:r>
            <a:r>
              <a:rPr lang="en-ID" dirty="0"/>
              <a:t> (</a:t>
            </a:r>
            <a:r>
              <a:rPr lang="en-ID" dirty="0" err="1"/>
              <a:t>jeruk</a:t>
            </a:r>
            <a:r>
              <a:rPr lang="en-ID" dirty="0"/>
              <a:t> ) </a:t>
            </a:r>
          </a:p>
          <a:p>
            <a:pPr algn="just"/>
            <a:r>
              <a:rPr lang="en-ID" dirty="0"/>
              <a:t>Conditioner : </a:t>
            </a:r>
            <a:r>
              <a:rPr lang="en-ID" dirty="0" err="1"/>
              <a:t>melapisi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Obat-Obat</a:t>
            </a:r>
            <a:r>
              <a:rPr lang="en-ID" dirty="0"/>
              <a:t> </a:t>
            </a:r>
            <a:r>
              <a:rPr lang="en-ID" dirty="0" err="1"/>
              <a:t>pengeritingan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Kosmetika</a:t>
            </a:r>
            <a:r>
              <a:rPr lang="en-ID" dirty="0"/>
              <a:t> </a:t>
            </a:r>
            <a:r>
              <a:rPr lang="en-ID" dirty="0" err="1"/>
              <a:t>pratata</a:t>
            </a:r>
            <a:r>
              <a:rPr lang="en-ID" dirty="0"/>
              <a:t>: </a:t>
            </a:r>
            <a:r>
              <a:rPr lang="en-ID" dirty="0" err="1"/>
              <a:t>krim</a:t>
            </a:r>
            <a:r>
              <a:rPr lang="en-ID" dirty="0"/>
              <a:t>, jelly, </a:t>
            </a:r>
            <a:r>
              <a:rPr lang="en-ID" dirty="0" err="1"/>
              <a:t>busa</a:t>
            </a:r>
            <a:r>
              <a:rPr lang="en-ID" dirty="0"/>
              <a:t>, foam. </a:t>
            </a:r>
          </a:p>
          <a:p>
            <a:pPr algn="just"/>
            <a:r>
              <a:rPr lang="en-ID" dirty="0" err="1"/>
              <a:t>Kosmetika</a:t>
            </a:r>
            <a:r>
              <a:rPr lang="en-ID" dirty="0"/>
              <a:t> </a:t>
            </a:r>
            <a:r>
              <a:rPr lang="en-ID" dirty="0" err="1"/>
              <a:t>penataan</a:t>
            </a:r>
            <a:r>
              <a:rPr lang="en-ID" dirty="0"/>
              <a:t>: hairspray, hair-shine </a:t>
            </a:r>
          </a:p>
        </p:txBody>
      </p:sp>
    </p:spTree>
    <p:extLst>
      <p:ext uri="{BB962C8B-B14F-4D97-AF65-F5344CB8AC3E}">
        <p14:creationId xmlns:p14="http://schemas.microsoft.com/office/powerpoint/2010/main" val="18540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F3AE-CDB1-EA06-7B9C-A2B734D9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(3)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BFCC-7411-EAAE-4FCA-12D526432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kotoran</a:t>
            </a:r>
            <a:r>
              <a:rPr lang="en-ID" dirty="0"/>
              <a:t> pada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pencucian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. Adapun </a:t>
            </a:r>
            <a:r>
              <a:rPr lang="en-ID" dirty="0" err="1"/>
              <a:t>langkah-langkah</a:t>
            </a:r>
            <a:r>
              <a:rPr lang="en-ID" dirty="0"/>
              <a:t> </a:t>
            </a:r>
            <a:r>
              <a:rPr lang="en-ID" dirty="0" err="1"/>
              <a:t>pencucian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Menyiapkan</a:t>
            </a:r>
            <a:r>
              <a:rPr lang="en-ID" dirty="0"/>
              <a:t> </a:t>
            </a:r>
            <a:r>
              <a:rPr lang="en-ID" dirty="0" err="1"/>
              <a:t>peralatan</a:t>
            </a:r>
            <a:r>
              <a:rPr lang="en-ID" dirty="0"/>
              <a:t> dan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pencuci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shampo</a:t>
            </a:r>
            <a:r>
              <a:rPr lang="en-ID" dirty="0"/>
              <a:t>, </a:t>
            </a:r>
            <a:r>
              <a:rPr lang="en-ID" dirty="0" err="1"/>
              <a:t>sisir</a:t>
            </a:r>
            <a:r>
              <a:rPr lang="en-ID" dirty="0"/>
              <a:t>, </a:t>
            </a:r>
            <a:r>
              <a:rPr lang="en-ID" dirty="0" err="1"/>
              <a:t>handuk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Penyikatan</a:t>
            </a:r>
            <a:r>
              <a:rPr lang="en-ID" dirty="0"/>
              <a:t>, </a:t>
            </a:r>
            <a:r>
              <a:rPr lang="en-ID" dirty="0" err="1"/>
              <a:t>penyikatan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pencucian</a:t>
            </a:r>
            <a:r>
              <a:rPr lang="en-ID" dirty="0"/>
              <a:t>, </a:t>
            </a:r>
            <a:r>
              <a:rPr lang="en-ID" dirty="0" err="1"/>
              <a:t>kecuali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luka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lecet</a:t>
            </a:r>
            <a:r>
              <a:rPr lang="en-ID" dirty="0"/>
              <a:t>- </a:t>
            </a:r>
            <a:r>
              <a:rPr lang="en-ID" dirty="0" err="1"/>
              <a:t>lecet</a:t>
            </a:r>
            <a:r>
              <a:rPr lang="en-ID" dirty="0"/>
              <a:t> pada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Penyikatan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pangkal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305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3A00-12DC-300E-BB0E-D91FD9FD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(4)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7C33-510B-98CC-431F-9EF3526B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Pembasahan</a:t>
            </a:r>
            <a:r>
              <a:rPr lang="en-ID" dirty="0"/>
              <a:t>, pada proses </a:t>
            </a:r>
            <a:r>
              <a:rPr lang="en-ID" dirty="0" err="1"/>
              <a:t>pembasahan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dijaga</a:t>
            </a:r>
            <a:r>
              <a:rPr lang="en-ID" dirty="0"/>
              <a:t> 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air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telinga</a:t>
            </a:r>
            <a:r>
              <a:rPr lang="en-ID" dirty="0"/>
              <a:t> </a:t>
            </a:r>
          </a:p>
          <a:p>
            <a:pPr algn="just"/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shampo</a:t>
            </a:r>
            <a:r>
              <a:rPr lang="en-ID" dirty="0"/>
              <a:t>, </a:t>
            </a:r>
            <a:r>
              <a:rPr lang="en-ID" dirty="0" err="1"/>
              <a:t>shampo</a:t>
            </a:r>
            <a:r>
              <a:rPr lang="en-ID" dirty="0"/>
              <a:t>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dan </a:t>
            </a:r>
            <a:r>
              <a:rPr lang="en-ID" dirty="0" err="1"/>
              <a:t>sifat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shampo</a:t>
            </a:r>
            <a:r>
              <a:rPr lang="en-ID" dirty="0"/>
              <a:t> </a:t>
            </a:r>
            <a:r>
              <a:rPr lang="en-ID" dirty="0" err="1"/>
              <a:t>sidikit-sedikit</a:t>
            </a:r>
            <a:r>
              <a:rPr lang="en-ID" dirty="0"/>
              <a:t> di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depan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tengkuk</a:t>
            </a:r>
            <a:r>
              <a:rPr lang="en-ID" dirty="0"/>
              <a:t>. </a:t>
            </a:r>
            <a:r>
              <a:rPr lang="en-ID" dirty="0" err="1"/>
              <a:t>Penyampoan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sambil</a:t>
            </a:r>
            <a:r>
              <a:rPr lang="en-ID" dirty="0"/>
              <a:t> </a:t>
            </a:r>
            <a:r>
              <a:rPr lang="en-ID" dirty="0" err="1"/>
              <a:t>memijat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Pemijatan</a:t>
            </a:r>
            <a:r>
              <a:rPr lang="en-ID" dirty="0"/>
              <a:t>, </a:t>
            </a:r>
            <a:r>
              <a:rPr lang="en-ID" dirty="0" err="1"/>
              <a:t>pemijatan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kelancaran</a:t>
            </a:r>
            <a:r>
              <a:rPr lang="en-ID" dirty="0"/>
              <a:t> </a:t>
            </a:r>
            <a:r>
              <a:rPr lang="en-ID" dirty="0" err="1"/>
              <a:t>peredaran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di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gerakan</a:t>
            </a:r>
            <a:r>
              <a:rPr lang="en-ID" dirty="0"/>
              <a:t> </a:t>
            </a:r>
            <a:r>
              <a:rPr lang="en-ID" dirty="0" err="1"/>
              <a:t>melingkar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2864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740D-7233-48B5-5E7C-5A3A81B4D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i-FI" dirty="0"/>
              <a:t>Kebersihan Rambut dan Kulit Kepala (5)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DD6C2-7416-BD4C-96DC-F69C88A22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dan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</a:t>
            </a:r>
            <a:r>
              <a:rPr lang="en-ID" dirty="0" err="1"/>
              <a:t>diantaranya</a:t>
            </a:r>
            <a:r>
              <a:rPr lang="en-ID" dirty="0"/>
              <a:t>:</a:t>
            </a:r>
          </a:p>
          <a:p>
            <a:r>
              <a:rPr lang="en-ID" dirty="0" err="1"/>
              <a:t>Infeksi</a:t>
            </a:r>
            <a:r>
              <a:rPr lang="en-ID" dirty="0"/>
              <a:t> </a:t>
            </a:r>
            <a:r>
              <a:rPr lang="en-ID" dirty="0" err="1"/>
              <a:t>Jamur</a:t>
            </a:r>
            <a:endParaRPr lang="en-ID" dirty="0"/>
          </a:p>
          <a:p>
            <a:pPr marL="803275" lvl="1" indent="-330200">
              <a:buFont typeface="Wingdings" panose="05000000000000000000" pitchFamily="2" charset="2"/>
              <a:buChar char="ü"/>
            </a:pPr>
            <a:r>
              <a:rPr lang="en-ID" dirty="0"/>
              <a:t>Pada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, </a:t>
            </a:r>
          </a:p>
          <a:p>
            <a:pPr marL="803275" lvl="1" indent="-355600">
              <a:buFont typeface="Wingdings" panose="05000000000000000000" pitchFamily="2" charset="2"/>
              <a:buChar char="ü"/>
            </a:pP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korteks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</a:t>
            </a:r>
            <a:r>
              <a:rPr lang="en-ID" dirty="0" err="1"/>
              <a:t>rambut</a:t>
            </a:r>
            <a:endParaRPr lang="en-ID" sz="2000" dirty="0"/>
          </a:p>
          <a:p>
            <a:r>
              <a:rPr lang="en-ID" sz="2800" dirty="0" err="1"/>
              <a:t>Serangga</a:t>
            </a:r>
            <a:endParaRPr lang="en-ID" sz="2800" dirty="0"/>
          </a:p>
          <a:p>
            <a:pPr marL="790575" lvl="2" indent="-342900">
              <a:buFont typeface="Wingdings" panose="05000000000000000000" pitchFamily="2" charset="2"/>
              <a:buChar char="ü"/>
            </a:pPr>
            <a:r>
              <a:rPr lang="en-ID" sz="2400" dirty="0"/>
              <a:t>Kutu </a:t>
            </a:r>
            <a:r>
              <a:rPr lang="en-ID" sz="2400" dirty="0" err="1"/>
              <a:t>rambut</a:t>
            </a:r>
            <a:r>
              <a:rPr lang="en-ID" sz="2400" dirty="0"/>
              <a:t>, </a:t>
            </a:r>
            <a:r>
              <a:rPr lang="en-ID" sz="2400" dirty="0" err="1"/>
              <a:t>kontak</a:t>
            </a:r>
            <a:r>
              <a:rPr lang="en-ID" sz="2400" dirty="0"/>
              <a:t> </a:t>
            </a:r>
            <a:r>
              <a:rPr lang="en-ID" sz="2400" dirty="0" err="1"/>
              <a:t>langsung</a:t>
            </a:r>
            <a:r>
              <a:rPr lang="en-ID" sz="2400" dirty="0"/>
              <a:t>.</a:t>
            </a:r>
          </a:p>
          <a:p>
            <a:pPr marL="274638" lvl="1" indent="-274638"/>
            <a:r>
              <a:rPr lang="en-ID" sz="2800" dirty="0" err="1"/>
              <a:t>Pemakaian</a:t>
            </a:r>
            <a:r>
              <a:rPr lang="en-ID" sz="2800" dirty="0"/>
              <a:t> </a:t>
            </a:r>
            <a:r>
              <a:rPr lang="en-ID" sz="2800" dirty="0" err="1"/>
              <a:t>sisir</a:t>
            </a:r>
            <a:r>
              <a:rPr lang="en-ID" sz="2800" dirty="0"/>
              <a:t> yang </a:t>
            </a:r>
            <a:r>
              <a:rPr lang="en-ID" sz="2800" dirty="0" err="1"/>
              <a:t>terlalu</a:t>
            </a:r>
            <a:r>
              <a:rPr lang="en-ID" sz="2800" dirty="0"/>
              <a:t> </a:t>
            </a:r>
            <a:r>
              <a:rPr lang="en-ID" sz="2800" dirty="0" err="1"/>
              <a:t>keras</a:t>
            </a:r>
            <a:endParaRPr lang="en-ID" sz="2800" dirty="0"/>
          </a:p>
          <a:p>
            <a:pPr marL="274638" lvl="1" indent="-274638"/>
            <a:r>
              <a:rPr lang="en-ID" sz="2800" dirty="0" err="1"/>
              <a:t>Syampo</a:t>
            </a:r>
            <a:r>
              <a:rPr lang="en-ID" sz="2800" dirty="0"/>
              <a:t> yang </a:t>
            </a:r>
            <a:r>
              <a:rPr lang="en-ID" sz="2800" dirty="0" err="1"/>
              <a:t>tidak</a:t>
            </a:r>
            <a:r>
              <a:rPr lang="en-ID" sz="2800" dirty="0"/>
              <a:t> </a:t>
            </a:r>
            <a:r>
              <a:rPr lang="en-ID" sz="2800" dirty="0" err="1"/>
              <a:t>sesuai</a:t>
            </a:r>
            <a:endParaRPr lang="en-ID" sz="2800" dirty="0"/>
          </a:p>
          <a:p>
            <a:pPr marL="274638" lvl="1" indent="-274638"/>
            <a:r>
              <a:rPr lang="en-ID" sz="2800" dirty="0" err="1"/>
              <a:t>Pencucian</a:t>
            </a:r>
            <a:r>
              <a:rPr lang="en-ID" sz="2800" dirty="0"/>
              <a:t> </a:t>
            </a:r>
            <a:r>
              <a:rPr lang="en-ID" sz="2800" dirty="0" err="1"/>
              <a:t>rambut</a:t>
            </a:r>
            <a:r>
              <a:rPr lang="en-ID" sz="2800" dirty="0"/>
              <a:t> yang </a:t>
            </a:r>
            <a:r>
              <a:rPr lang="en-ID" sz="2800" dirty="0" err="1"/>
              <a:t>tidak</a:t>
            </a:r>
            <a:r>
              <a:rPr lang="en-ID" sz="2800" dirty="0"/>
              <a:t> </a:t>
            </a:r>
            <a:r>
              <a:rPr lang="en-ID" sz="2800" dirty="0" err="1"/>
              <a:t>bersih</a:t>
            </a:r>
            <a:r>
              <a:rPr lang="en-ID" sz="2800" dirty="0"/>
              <a:t> dan rutin</a:t>
            </a:r>
          </a:p>
          <a:p>
            <a:pPr marL="274638" lvl="1" indent="-274638"/>
            <a:r>
              <a:rPr lang="en-ID" sz="2800" dirty="0" err="1"/>
              <a:t>Peradangan</a:t>
            </a:r>
            <a:r>
              <a:rPr lang="en-ID" sz="2800" dirty="0"/>
              <a:t> </a:t>
            </a:r>
            <a:r>
              <a:rPr lang="en-ID" sz="2800" dirty="0" err="1"/>
              <a:t>menahun</a:t>
            </a:r>
            <a:r>
              <a:rPr lang="en-ID" sz="2800" dirty="0"/>
              <a:t> dan </a:t>
            </a:r>
            <a:r>
              <a:rPr lang="en-ID" sz="2800" dirty="0" err="1"/>
              <a:t>ketombe</a:t>
            </a:r>
            <a:r>
              <a:rPr lang="en-ID" sz="2800" dirty="0"/>
              <a:t>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2027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73B0-B871-1829-A7C9-F535AD38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E775-AAFC-64F0-E0BE-A86B78DF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yang paling </a:t>
            </a:r>
            <a:r>
              <a:rPr lang="en-ID" sz="2400" dirty="0" err="1"/>
              <a:t>rawan</a:t>
            </a:r>
            <a:r>
              <a:rPr lang="en-ID" sz="2400" dirty="0"/>
              <a:t> </a:t>
            </a:r>
            <a:r>
              <a:rPr lang="en-ID" sz="2400" dirty="0" err="1"/>
              <a:t>terkena</a:t>
            </a:r>
            <a:r>
              <a:rPr lang="en-ID" sz="2400" dirty="0"/>
              <a:t> </a:t>
            </a:r>
            <a:r>
              <a:rPr lang="fi-FI" sz="2400" dirty="0"/>
              <a:t>kotoran sekaligus sebagai alat makan. </a:t>
            </a:r>
          </a:p>
          <a:p>
            <a:pPr algn="just"/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bisa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sarang</a:t>
            </a:r>
            <a:r>
              <a:rPr lang="en-ID" sz="2400" dirty="0"/>
              <a:t> </a:t>
            </a:r>
            <a:r>
              <a:rPr lang="en-ID" sz="2400" dirty="0" err="1"/>
              <a:t>mikro</a:t>
            </a:r>
            <a:r>
              <a:rPr lang="en-ID" sz="2400" dirty="0"/>
              <a:t> </a:t>
            </a:r>
            <a:r>
              <a:rPr lang="en-ID" sz="2400" dirty="0" err="1"/>
              <a:t>organisme</a:t>
            </a:r>
            <a:r>
              <a:rPr lang="en-ID" sz="2400" dirty="0"/>
              <a:t>, </a:t>
            </a:r>
            <a:r>
              <a:rPr lang="en-ID" sz="2400" dirty="0" err="1"/>
              <a:t>bakteri</a:t>
            </a:r>
            <a:r>
              <a:rPr lang="en-ID" sz="2400" dirty="0"/>
              <a:t>, </a:t>
            </a:r>
            <a:r>
              <a:rPr lang="en-ID" sz="2400" dirty="0" err="1"/>
              <a:t>cacing</a:t>
            </a:r>
            <a:r>
              <a:rPr lang="en-ID" sz="2400" dirty="0"/>
              <a:t>, </a:t>
            </a:r>
            <a:r>
              <a:rPr lang="en-ID" sz="2400" dirty="0" err="1"/>
              <a:t>spora</a:t>
            </a:r>
            <a:r>
              <a:rPr lang="en-ID" sz="2400" dirty="0"/>
              <a:t>, </a:t>
            </a:r>
            <a:r>
              <a:rPr lang="en-ID" sz="2400" dirty="0" err="1"/>
              <a:t>parasit</a:t>
            </a:r>
            <a:r>
              <a:rPr lang="en-ID" sz="2400" dirty="0"/>
              <a:t> dan lain-lain yang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bibit-bibit</a:t>
            </a:r>
            <a:r>
              <a:rPr lang="en-ID" sz="2400" dirty="0"/>
              <a:t> </a:t>
            </a:r>
            <a:r>
              <a:rPr lang="en-ID" sz="2400" dirty="0" err="1"/>
              <a:t>penyakit</a:t>
            </a:r>
            <a:r>
              <a:rPr lang="en-ID" sz="2400" dirty="0"/>
              <a:t> yang </a:t>
            </a:r>
            <a:r>
              <a:rPr lang="en-ID" sz="2400" dirty="0" err="1"/>
              <a:t>senantiasa</a:t>
            </a:r>
            <a:r>
              <a:rPr lang="en-ID" sz="2400" dirty="0"/>
              <a:t> </a:t>
            </a:r>
            <a:r>
              <a:rPr lang="en-ID" sz="2400" dirty="0" err="1"/>
              <a:t>mengancam</a:t>
            </a:r>
            <a:r>
              <a:rPr lang="en-ID" sz="2400" dirty="0"/>
              <a:t> </a:t>
            </a:r>
            <a:r>
              <a:rPr lang="en-ID" sz="2400" dirty="0" err="1"/>
              <a:t>kesehatan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Dari kuku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terlihat</a:t>
            </a:r>
            <a:r>
              <a:rPr lang="en-ID" sz="2400" dirty="0"/>
              <a:t> </a:t>
            </a:r>
            <a:r>
              <a:rPr lang="en-ID" sz="2400" dirty="0" err="1"/>
              <a:t>apakah</a:t>
            </a:r>
            <a:r>
              <a:rPr lang="en-ID" sz="2400" dirty="0"/>
              <a:t> orang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benar-benar</a:t>
            </a:r>
            <a:r>
              <a:rPr lang="en-ID" sz="2400" dirty="0"/>
              <a:t> </a:t>
            </a:r>
            <a:r>
              <a:rPr lang="en-ID" sz="2400" dirty="0" err="1"/>
              <a:t>menjaga</a:t>
            </a:r>
            <a:r>
              <a:rPr lang="en-ID" sz="2400" dirty="0"/>
              <a:t>  </a:t>
            </a:r>
            <a:r>
              <a:rPr lang="en-ID" sz="2400" dirty="0" err="1"/>
              <a:t>kesehatan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Pada </a:t>
            </a:r>
            <a:r>
              <a:rPr lang="en-ID" sz="2400" dirty="0" err="1"/>
              <a:t>umumnya</a:t>
            </a:r>
            <a:r>
              <a:rPr lang="en-ID" sz="2400" dirty="0"/>
              <a:t>, di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masyarakat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banyak</a:t>
            </a:r>
            <a:r>
              <a:rPr lang="en-ID" sz="2400" dirty="0"/>
              <a:t> yang </a:t>
            </a:r>
            <a:r>
              <a:rPr lang="en-ID" sz="2400" dirty="0" err="1"/>
              <a:t>menganggap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pemeriksaan</a:t>
            </a:r>
            <a:r>
              <a:rPr lang="en-ID" sz="2400" dirty="0"/>
              <a:t> kuku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yang sangat </a:t>
            </a:r>
            <a:r>
              <a:rPr lang="en-ID" sz="2400" dirty="0" err="1"/>
              <a:t>penting</a:t>
            </a:r>
            <a:r>
              <a:rPr lang="en-ID" sz="2400" dirty="0"/>
              <a:t> dan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diperhatikan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mengganggu</a:t>
            </a:r>
            <a:r>
              <a:rPr lang="en-ID" sz="2400" dirty="0"/>
              <a:t> </a:t>
            </a:r>
            <a:r>
              <a:rPr lang="en-ID" sz="2400" dirty="0" err="1"/>
              <a:t>kesehatan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Hal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cukuplah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isu</a:t>
            </a:r>
            <a:r>
              <a:rPr lang="en-ID" sz="2400" dirty="0"/>
              <a:t> yang </a:t>
            </a:r>
            <a:r>
              <a:rPr lang="en-ID" sz="2400" dirty="0" err="1"/>
              <a:t>bisa</a:t>
            </a:r>
            <a:r>
              <a:rPr lang="en-ID" sz="2400" dirty="0"/>
              <a:t> </a:t>
            </a:r>
            <a:r>
              <a:rPr lang="en-ID" sz="2400" dirty="0" err="1"/>
              <a:t>diangkat</a:t>
            </a:r>
            <a:r>
              <a:rPr lang="en-ID" sz="2400" dirty="0"/>
              <a:t> dan </a:t>
            </a:r>
            <a:r>
              <a:rPr lang="en-ID" sz="2400" dirty="0" err="1"/>
              <a:t>kemudian</a:t>
            </a:r>
            <a:r>
              <a:rPr lang="en-ID" sz="2400" dirty="0"/>
              <a:t> </a:t>
            </a:r>
            <a:r>
              <a:rPr lang="en-ID" sz="2400" dirty="0" err="1"/>
              <a:t>dibahas</a:t>
            </a:r>
            <a:r>
              <a:rPr lang="en-ID" sz="2400" dirty="0"/>
              <a:t> </a:t>
            </a:r>
            <a:r>
              <a:rPr lang="en-ID" sz="2400" dirty="0" err="1"/>
              <a:t>mengingat</a:t>
            </a:r>
            <a:r>
              <a:rPr lang="en-ID" sz="2400" dirty="0"/>
              <a:t> </a:t>
            </a:r>
            <a:r>
              <a:rPr lang="en-ID" sz="2400" dirty="0" err="1"/>
              <a:t>betapa</a:t>
            </a:r>
            <a:r>
              <a:rPr lang="en-ID" sz="2400" dirty="0"/>
              <a:t> </a:t>
            </a:r>
            <a:r>
              <a:rPr lang="en-ID" sz="2400" dirty="0" err="1"/>
              <a:t>banyak</a:t>
            </a:r>
            <a:r>
              <a:rPr lang="en-ID" sz="2400" dirty="0"/>
              <a:t> </a:t>
            </a:r>
            <a:r>
              <a:rPr lang="en-ID" sz="2400" dirty="0" err="1"/>
              <a:t>diantara</a:t>
            </a:r>
            <a:r>
              <a:rPr lang="en-ID" sz="2400" dirty="0"/>
              <a:t> </a:t>
            </a:r>
            <a:r>
              <a:rPr lang="en-ID" sz="2400" dirty="0" err="1"/>
              <a:t>kita</a:t>
            </a:r>
            <a:r>
              <a:rPr lang="en-ID" sz="2400" dirty="0"/>
              <a:t> yang </a:t>
            </a:r>
            <a:r>
              <a:rPr lang="en-ID" sz="2400" dirty="0" err="1"/>
              <a:t>sering</a:t>
            </a:r>
            <a:r>
              <a:rPr lang="en-ID" sz="2400" dirty="0"/>
              <a:t> kali </a:t>
            </a:r>
            <a:r>
              <a:rPr lang="en-ID" sz="2400" dirty="0" err="1"/>
              <a:t>lalai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menjaga</a:t>
            </a:r>
            <a:r>
              <a:rPr lang="en-ID" sz="2400" dirty="0"/>
              <a:t> </a:t>
            </a:r>
            <a:r>
              <a:rPr lang="en-ID" sz="2400" dirty="0" err="1"/>
              <a:t>kebersihan</a:t>
            </a:r>
            <a:r>
              <a:rPr lang="en-ID" sz="2400" dirty="0"/>
              <a:t> kuku.</a:t>
            </a:r>
          </a:p>
          <a:p>
            <a:pPr algn="just"/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masih</a:t>
            </a:r>
            <a:r>
              <a:rPr lang="en-ID" sz="2400" dirty="0"/>
              <a:t> </a:t>
            </a:r>
            <a:r>
              <a:rPr lang="en-ID" sz="2400" dirty="0" err="1"/>
              <a:t>sering</a:t>
            </a:r>
            <a:r>
              <a:rPr lang="en-ID" sz="2400" dirty="0"/>
              <a:t> </a:t>
            </a:r>
            <a:r>
              <a:rPr lang="en-ID" sz="2400" dirty="0" err="1"/>
              <a:t>melihat</a:t>
            </a:r>
            <a:r>
              <a:rPr lang="en-ID" sz="2400" dirty="0"/>
              <a:t> </a:t>
            </a:r>
            <a:r>
              <a:rPr lang="en-ID" sz="2400" dirty="0" err="1"/>
              <a:t>kebiasaan</a:t>
            </a:r>
            <a:r>
              <a:rPr lang="en-ID" sz="2400" dirty="0"/>
              <a:t> </a:t>
            </a:r>
            <a:r>
              <a:rPr lang="en-ID" sz="2400" dirty="0" err="1"/>
              <a:t>buruk</a:t>
            </a:r>
            <a:r>
              <a:rPr lang="en-ID" sz="2400" dirty="0"/>
              <a:t> </a:t>
            </a:r>
            <a:r>
              <a:rPr lang="en-ID" sz="2400" dirty="0" err="1"/>
              <a:t>menggigit</a:t>
            </a:r>
            <a:r>
              <a:rPr lang="en-ID" sz="2400" dirty="0"/>
              <a:t> kuku, malas </a:t>
            </a:r>
            <a:r>
              <a:rPr lang="en-ID" sz="2400" dirty="0" err="1"/>
              <a:t>memotong</a:t>
            </a:r>
            <a:r>
              <a:rPr lang="en-ID" sz="2400" dirty="0"/>
              <a:t> kuku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membersihkannya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kotoran</a:t>
            </a:r>
            <a:r>
              <a:rPr lang="en-ID" sz="2400" dirty="0"/>
              <a:t> dan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seenaknya</a:t>
            </a:r>
            <a:r>
              <a:rPr lang="en-ID" sz="2400" dirty="0"/>
              <a:t> </a:t>
            </a:r>
            <a:r>
              <a:rPr lang="en-ID" sz="2400" dirty="0" err="1"/>
              <a:t>tanpa</a:t>
            </a:r>
            <a:r>
              <a:rPr lang="en-ID" sz="2400" dirty="0"/>
              <a:t> </a:t>
            </a:r>
            <a:r>
              <a:rPr lang="en-ID" sz="2400" dirty="0" err="1"/>
              <a:t>mencuci</a:t>
            </a:r>
            <a:r>
              <a:rPr lang="en-ID" sz="2400" dirty="0"/>
              <a:t> </a:t>
            </a:r>
            <a:r>
              <a:rPr lang="en-ID" sz="2400" dirty="0" err="1"/>
              <a:t>tangan</a:t>
            </a:r>
            <a:r>
              <a:rPr lang="en-ID" sz="2400" dirty="0"/>
              <a:t> </a:t>
            </a:r>
            <a:r>
              <a:rPr lang="en-ID" sz="2400" dirty="0" err="1"/>
              <a:t>terlebih</a:t>
            </a:r>
            <a:r>
              <a:rPr lang="en-ID" sz="2400" dirty="0"/>
              <a:t> </a:t>
            </a:r>
            <a:r>
              <a:rPr lang="en-ID" sz="2400" dirty="0" err="1"/>
              <a:t>dahulu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9163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665C-266E-4599-8918-C894042A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D5B0D-FB49-6503-1E00-46B6D9F61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kuku </a:t>
            </a:r>
            <a:r>
              <a:rPr lang="en-ID" dirty="0" err="1"/>
              <a:t>menurut</a:t>
            </a:r>
            <a:r>
              <a:rPr lang="en-ID" dirty="0"/>
              <a:t> sangat </a:t>
            </a:r>
            <a:r>
              <a:rPr lang="en-ID" dirty="0" err="1"/>
              <a:t>penting</a:t>
            </a:r>
            <a:r>
              <a:rPr lang="en-ID" dirty="0"/>
              <a:t> dan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. </a:t>
            </a:r>
            <a:r>
              <a:rPr lang="en-ID" dirty="0" err="1"/>
              <a:t>Berikut</a:t>
            </a:r>
            <a:r>
              <a:rPr lang="en-ID" dirty="0"/>
              <a:t> tips </a:t>
            </a:r>
            <a:r>
              <a:rPr lang="en-ID" dirty="0" err="1"/>
              <a:t>menjaga</a:t>
            </a:r>
            <a:r>
              <a:rPr lang="en-ID" dirty="0"/>
              <a:t> dan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</a:t>
            </a:r>
            <a:r>
              <a:rPr lang="en-ID" dirty="0" err="1"/>
              <a:t>antara</a:t>
            </a:r>
            <a:r>
              <a:rPr lang="en-ID" dirty="0"/>
              <a:t> lain: </a:t>
            </a:r>
          </a:p>
          <a:p>
            <a:pPr algn="just"/>
            <a:r>
              <a:rPr lang="en-ID" dirty="0"/>
              <a:t>Agar kuku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gampang</a:t>
            </a:r>
            <a:r>
              <a:rPr lang="en-ID" dirty="0"/>
              <a:t> </a:t>
            </a:r>
            <a:r>
              <a:rPr lang="en-ID" dirty="0" err="1"/>
              <a:t>patah</a:t>
            </a:r>
            <a:r>
              <a:rPr lang="en-ID" dirty="0"/>
              <a:t>, </a:t>
            </a:r>
            <a:r>
              <a:rPr lang="en-ID" dirty="0" err="1"/>
              <a:t>gunakanlah</a:t>
            </a:r>
            <a:r>
              <a:rPr lang="en-ID" dirty="0"/>
              <a:t> </a:t>
            </a:r>
            <a:r>
              <a:rPr lang="en-ID" dirty="0" err="1"/>
              <a:t>belimbing</a:t>
            </a:r>
            <a:r>
              <a:rPr lang="en-ID" dirty="0"/>
              <a:t> </a:t>
            </a:r>
            <a:r>
              <a:rPr lang="en-ID" dirty="0" err="1"/>
              <a:t>sayur</a:t>
            </a:r>
            <a:r>
              <a:rPr lang="en-ID" dirty="0"/>
              <a:t> dan </a:t>
            </a:r>
            <a:r>
              <a:rPr lang="en-ID" dirty="0" err="1"/>
              <a:t>gosok-gosokkan</a:t>
            </a:r>
            <a:r>
              <a:rPr lang="en-ID" dirty="0"/>
              <a:t> di </a:t>
            </a:r>
            <a:r>
              <a:rPr lang="en-ID" dirty="0" err="1"/>
              <a:t>dasar</a:t>
            </a:r>
            <a:r>
              <a:rPr lang="en-ID" dirty="0"/>
              <a:t> kuku. </a:t>
            </a:r>
            <a:r>
              <a:rPr lang="en-ID" dirty="0" err="1"/>
              <a:t>Dapat</a:t>
            </a:r>
            <a:r>
              <a:rPr lang="en-ID" dirty="0"/>
              <a:t> juga </a:t>
            </a:r>
            <a:r>
              <a:rPr lang="en-ID" dirty="0" err="1"/>
              <a:t>direndam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cuka</a:t>
            </a:r>
            <a:r>
              <a:rPr lang="en-ID" dirty="0"/>
              <a:t> </a:t>
            </a:r>
            <a:r>
              <a:rPr lang="en-ID" dirty="0" err="1"/>
              <a:t>apel</a:t>
            </a:r>
            <a:r>
              <a:rPr lang="en-ID" dirty="0"/>
              <a:t> dan </a:t>
            </a:r>
            <a:r>
              <a:rPr lang="en-ID" dirty="0" err="1"/>
              <a:t>minyak</a:t>
            </a:r>
            <a:r>
              <a:rPr lang="en-ID" dirty="0"/>
              <a:t> </a:t>
            </a:r>
            <a:r>
              <a:rPr lang="en-ID" dirty="0" err="1"/>
              <a:t>zaitun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dihangatkan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melembutkan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rendamlah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jus </a:t>
            </a:r>
            <a:r>
              <a:rPr lang="en-ID" dirty="0" err="1"/>
              <a:t>jeruk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dicampur</a:t>
            </a:r>
            <a:r>
              <a:rPr lang="en-ID" dirty="0"/>
              <a:t> </a:t>
            </a:r>
            <a:r>
              <a:rPr lang="en-ID" dirty="0" err="1"/>
              <a:t>madu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10 </a:t>
            </a:r>
            <a:r>
              <a:rPr lang="en-ID" dirty="0" err="1"/>
              <a:t>menit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menghapus</a:t>
            </a:r>
            <a:r>
              <a:rPr lang="en-ID" dirty="0"/>
              <a:t> </a:t>
            </a:r>
            <a:r>
              <a:rPr lang="en-ID" dirty="0" err="1"/>
              <a:t>noda</a:t>
            </a:r>
            <a:r>
              <a:rPr lang="en-ID" dirty="0"/>
              <a:t> pada kuku, </a:t>
            </a:r>
            <a:r>
              <a:rPr lang="en-ID" dirty="0" err="1"/>
              <a:t>rendamlah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air </a:t>
            </a:r>
            <a:r>
              <a:rPr lang="en-ID" dirty="0" err="1"/>
              <a:t>hangat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diberikan</a:t>
            </a:r>
            <a:r>
              <a:rPr lang="en-ID" dirty="0"/>
              <a:t> air </a:t>
            </a:r>
            <a:r>
              <a:rPr lang="en-ID" dirty="0" err="1"/>
              <a:t>jeruk</a:t>
            </a:r>
            <a:r>
              <a:rPr lang="en-ID" dirty="0"/>
              <a:t> </a:t>
            </a:r>
            <a:r>
              <a:rPr lang="en-ID" dirty="0" err="1"/>
              <a:t>nipis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15-20 </a:t>
            </a:r>
            <a:r>
              <a:rPr lang="en-ID" dirty="0" err="1"/>
              <a:t>menit</a:t>
            </a:r>
            <a:r>
              <a:rPr lang="en-ID" dirty="0"/>
              <a:t>. Karena air </a:t>
            </a:r>
            <a:r>
              <a:rPr lang="en-ID" dirty="0" err="1"/>
              <a:t>jeruk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astringent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</a:t>
            </a:r>
            <a:r>
              <a:rPr lang="en-ID" dirty="0" err="1"/>
              <a:t>kusam</a:t>
            </a:r>
            <a:r>
              <a:rPr lang="en-ID" dirty="0"/>
              <a:t> pada kuku. </a:t>
            </a:r>
          </a:p>
          <a:p>
            <a:pPr algn="just"/>
            <a:r>
              <a:rPr lang="en-ID" dirty="0" err="1"/>
              <a:t>Usahakan</a:t>
            </a:r>
            <a:r>
              <a:rPr lang="en-ID" dirty="0"/>
              <a:t> agar kuku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pendek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mengeliminir</a:t>
            </a:r>
            <a:r>
              <a:rPr lang="en-ID" dirty="0"/>
              <a:t> </a:t>
            </a:r>
            <a:r>
              <a:rPr lang="en-ID" dirty="0" err="1"/>
              <a:t>masuknya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bibit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berlebihan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kuku. </a:t>
            </a:r>
          </a:p>
          <a:p>
            <a:pPr algn="just"/>
            <a:r>
              <a:rPr lang="en-ID" dirty="0" err="1"/>
              <a:t>Bersihkan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kaki </a:t>
            </a:r>
            <a:r>
              <a:rPr lang="en-ID" dirty="0" err="1"/>
              <a:t>sehari</a:t>
            </a:r>
            <a:r>
              <a:rPr lang="en-ID" dirty="0"/>
              <a:t> minimal dua kali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kotor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Potong</a:t>
            </a:r>
            <a:r>
              <a:rPr lang="en-ID" dirty="0"/>
              <a:t> kuku </a:t>
            </a:r>
            <a:r>
              <a:rPr lang="en-ID" dirty="0" err="1"/>
              <a:t>satu</a:t>
            </a:r>
            <a:r>
              <a:rPr lang="en-ID" dirty="0"/>
              <a:t> kali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minggu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(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pemotong</a:t>
            </a:r>
            <a:r>
              <a:rPr lang="en-ID" dirty="0"/>
              <a:t> kuku dan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dipotong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kuku </a:t>
            </a:r>
            <a:r>
              <a:rPr lang="en-ID" dirty="0" err="1"/>
              <a:t>dihaluskan</a:t>
            </a:r>
            <a:r>
              <a:rPr lang="en-ID" dirty="0"/>
              <a:t>/</a:t>
            </a:r>
            <a:r>
              <a:rPr lang="en-ID" dirty="0" err="1"/>
              <a:t>dikikir</a:t>
            </a:r>
            <a:r>
              <a:rPr lang="en-ID" dirty="0"/>
              <a:t>). </a:t>
            </a:r>
          </a:p>
          <a:p>
            <a:pPr algn="just"/>
            <a:r>
              <a:rPr lang="en-ID" dirty="0" err="1"/>
              <a:t>Gunakan</a:t>
            </a:r>
            <a:r>
              <a:rPr lang="en-ID" dirty="0"/>
              <a:t> alas kaki yang </a:t>
            </a:r>
            <a:r>
              <a:rPr lang="en-ID" dirty="0" err="1"/>
              <a:t>lembut</a:t>
            </a:r>
            <a:r>
              <a:rPr lang="en-ID" dirty="0"/>
              <a:t>, </a:t>
            </a:r>
            <a:r>
              <a:rPr lang="en-ID" dirty="0" err="1"/>
              <a:t>aman</a:t>
            </a:r>
            <a:r>
              <a:rPr lang="en-ID" dirty="0"/>
              <a:t>, dan </a:t>
            </a:r>
            <a:r>
              <a:rPr lang="en-ID" dirty="0" err="1"/>
              <a:t>nyaman</a:t>
            </a:r>
            <a:r>
              <a:rPr lang="en-ID" dirty="0"/>
              <a:t>. 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386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524C-3CE7-0A9B-B318-EE77C423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C880-57DE-730A-C50C-998DDA26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luar</a:t>
            </a:r>
            <a:r>
              <a:rPr lang="en-ID" dirty="0"/>
              <a:t>,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kuku </a:t>
            </a:r>
            <a:r>
              <a:rPr lang="en-ID" dirty="0" err="1"/>
              <a:t>dapat</a:t>
            </a:r>
            <a:r>
              <a:rPr lang="en-ID" dirty="0"/>
              <a:t> juga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 susu </a:t>
            </a:r>
            <a:r>
              <a:rPr lang="en-ID" dirty="0" err="1"/>
              <a:t>secara</a:t>
            </a:r>
            <a:r>
              <a:rPr lang="en-ID" dirty="0"/>
              <a:t> rutin, </a:t>
            </a:r>
            <a:r>
              <a:rPr lang="en-ID" dirty="0" err="1"/>
              <a:t>karena</a:t>
            </a:r>
            <a:r>
              <a:rPr lang="en-ID" dirty="0"/>
              <a:t> susu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kalsium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pada </a:t>
            </a:r>
            <a:r>
              <a:rPr lang="en-ID" dirty="0" err="1"/>
              <a:t>saat</a:t>
            </a:r>
            <a:r>
              <a:rPr lang="en-ID" dirty="0"/>
              <a:t>: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Sesudah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Toilet.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/</a:t>
            </a:r>
            <a:r>
              <a:rPr lang="en-ID" dirty="0" err="1"/>
              <a:t>menyajikan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menyentuh</a:t>
            </a:r>
            <a:r>
              <a:rPr lang="en-ID" dirty="0"/>
              <a:t> </a:t>
            </a:r>
            <a:r>
              <a:rPr lang="en-ID" dirty="0" err="1"/>
              <a:t>binatang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menyentuh</a:t>
            </a:r>
            <a:r>
              <a:rPr lang="en-ID" dirty="0"/>
              <a:t> </a:t>
            </a:r>
            <a:r>
              <a:rPr lang="en-ID" dirty="0" err="1"/>
              <a:t>sampah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Sehabis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orang </a:t>
            </a:r>
            <a:r>
              <a:rPr lang="en-ID" dirty="0" err="1"/>
              <a:t>sakit</a:t>
            </a:r>
            <a:r>
              <a:rPr lang="en-ID" dirty="0"/>
              <a:t>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dirty="0" err="1"/>
              <a:t>Sehabis</a:t>
            </a:r>
            <a:r>
              <a:rPr lang="en-ID" dirty="0"/>
              <a:t> </a:t>
            </a:r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popok</a:t>
            </a:r>
            <a:r>
              <a:rPr lang="en-ID" dirty="0"/>
              <a:t> </a:t>
            </a:r>
            <a:r>
              <a:rPr lang="en-ID" dirty="0" err="1"/>
              <a:t>bayi</a:t>
            </a:r>
            <a:r>
              <a:rPr lang="en-ID" dirty="0"/>
              <a:t>. 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3301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4CDA-99A3-183E-EF97-92EBABE2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Teknik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Tangan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8FDCC-BB1D-C2CA-8087-07357430D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360" y="1573320"/>
            <a:ext cx="3749040" cy="4919555"/>
          </a:xfrm>
        </p:spPr>
      </p:pic>
    </p:spTree>
    <p:extLst>
      <p:ext uri="{BB962C8B-B14F-4D97-AF65-F5344CB8AC3E}">
        <p14:creationId xmlns:p14="http://schemas.microsoft.com/office/powerpoint/2010/main" val="1139216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E19A-A6FE-019B-2440-211522E1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C5D0-9ACE-AC85-27F2-2954866C9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 err="1"/>
              <a:t>Terdapat</a:t>
            </a:r>
            <a:r>
              <a:rPr lang="en-ID" dirty="0"/>
              <a:t> 6 (</a:t>
            </a:r>
            <a:r>
              <a:rPr lang="en-ID" dirty="0" err="1"/>
              <a:t>enam</a:t>
            </a:r>
            <a:r>
              <a:rPr lang="en-ID" dirty="0"/>
              <a:t>)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dan kuku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perawat</a:t>
            </a:r>
            <a:r>
              <a:rPr lang="en-ID" dirty="0"/>
              <a:t> (</a:t>
            </a:r>
            <a:r>
              <a:rPr lang="en-ID" dirty="0" err="1"/>
              <a:t>sebagaimana</a:t>
            </a:r>
            <a:r>
              <a:rPr lang="en-ID" dirty="0"/>
              <a:t> pada Gambar 6), </a:t>
            </a:r>
            <a:r>
              <a:rPr lang="en-ID" dirty="0" err="1"/>
              <a:t>yaitu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Basuh</a:t>
            </a:r>
            <a:r>
              <a:rPr lang="en-ID" dirty="0"/>
              <a:t> dan </a:t>
            </a:r>
            <a:r>
              <a:rPr lang="en-ID" dirty="0" err="1"/>
              <a:t>bersihkan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Basuh</a:t>
            </a:r>
            <a:r>
              <a:rPr lang="en-ID" dirty="0"/>
              <a:t> dan </a:t>
            </a:r>
            <a:r>
              <a:rPr lang="en-ID" dirty="0" err="1"/>
              <a:t>bersihkan</a:t>
            </a:r>
            <a:r>
              <a:rPr lang="en-ID" dirty="0"/>
              <a:t> </a:t>
            </a:r>
            <a:r>
              <a:rPr lang="en-ID" dirty="0" err="1"/>
              <a:t>punggung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Basuh</a:t>
            </a:r>
            <a:r>
              <a:rPr lang="en-ID" dirty="0"/>
              <a:t> dan </a:t>
            </a:r>
            <a:r>
              <a:rPr lang="en-ID" dirty="0" err="1"/>
              <a:t>bersihkan</a:t>
            </a:r>
            <a:r>
              <a:rPr lang="en-ID" dirty="0"/>
              <a:t> sela-sela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sela-sela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membasuhkan</a:t>
            </a:r>
            <a:r>
              <a:rPr lang="en-ID" dirty="0"/>
              <a:t> </a:t>
            </a:r>
            <a:r>
              <a:rPr lang="en-ID" dirty="0" err="1"/>
              <a:t>ujung</a:t>
            </a:r>
            <a:r>
              <a:rPr lang="en-ID" dirty="0"/>
              <a:t> </a:t>
            </a:r>
            <a:r>
              <a:rPr lang="en-ID" dirty="0" err="1"/>
              <a:t>jari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telapak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pergelangan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membasuhkan</a:t>
            </a:r>
            <a:r>
              <a:rPr lang="en-ID" dirty="0"/>
              <a:t> </a:t>
            </a:r>
            <a:r>
              <a:rPr lang="en-ID" dirty="0" err="1"/>
              <a:t>jempol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pergelangan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Membersihkan</a:t>
            </a:r>
            <a:r>
              <a:rPr lang="en-ID" dirty="0"/>
              <a:t> kuku-kuku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kuku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8540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6D1C-88AC-DEC5-D965-6CD461F6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82EA6-2706-48A0-9927-A956FE87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dirty="0"/>
              <a:t>Bau badan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sedap</a:t>
            </a:r>
            <a:r>
              <a:rPr lang="en-ID" dirty="0"/>
              <a:t> </a:t>
            </a:r>
            <a:r>
              <a:rPr lang="en-ID" dirty="0" err="1"/>
              <a:t>memang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dicegah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rajin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badan.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mana </a:t>
            </a:r>
            <a:r>
              <a:rPr lang="en-ID" dirty="0" err="1"/>
              <a:t>asal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dan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mengatasinya</a:t>
            </a:r>
            <a:r>
              <a:rPr lang="en-ID" dirty="0"/>
              <a:t>?</a:t>
            </a:r>
          </a:p>
          <a:p>
            <a:r>
              <a:rPr lang="en-ID" dirty="0" err="1"/>
              <a:t>Keringat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dihasilkan</a:t>
            </a:r>
            <a:r>
              <a:rPr lang="en-ID" dirty="0"/>
              <a:t> oleh dua </a:t>
            </a:r>
            <a:r>
              <a:rPr lang="en-ID" dirty="0" err="1"/>
              <a:t>kelenjar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dirty="0" err="1"/>
              <a:t>accrine</a:t>
            </a:r>
            <a:r>
              <a:rPr lang="en-ID" dirty="0"/>
              <a:t> dan </a:t>
            </a:r>
            <a:r>
              <a:rPr lang="en-ID" dirty="0" err="1"/>
              <a:t>kelenjar</a:t>
            </a:r>
            <a:r>
              <a:rPr lang="en-ID" dirty="0"/>
              <a:t> apocrine.</a:t>
            </a:r>
          </a:p>
          <a:p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dirty="0" err="1"/>
              <a:t>accrine</a:t>
            </a:r>
            <a:r>
              <a:rPr lang="en-ID" dirty="0"/>
              <a:t> </a:t>
            </a:r>
            <a:r>
              <a:rPr lang="en-ID" dirty="0" err="1"/>
              <a:t>memproduksi</a:t>
            </a:r>
            <a:r>
              <a:rPr lang="en-ID" dirty="0"/>
              <a:t> </a:t>
            </a:r>
            <a:r>
              <a:rPr lang="en-ID" dirty="0" err="1"/>
              <a:t>keringat</a:t>
            </a:r>
            <a:r>
              <a:rPr lang="en-ID" dirty="0"/>
              <a:t> </a:t>
            </a:r>
            <a:r>
              <a:rPr lang="en-ID" dirty="0" err="1"/>
              <a:t>bening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 yang </a:t>
            </a:r>
            <a:r>
              <a:rPr lang="en-ID" dirty="0" err="1"/>
              <a:t>dikeluarkan</a:t>
            </a:r>
            <a:r>
              <a:rPr lang="en-ID" dirty="0"/>
              <a:t> </a:t>
            </a:r>
            <a:r>
              <a:rPr lang="en-ID" dirty="0" err="1"/>
              <a:t>sejak</a:t>
            </a:r>
            <a:r>
              <a:rPr lang="en-ID" dirty="0"/>
              <a:t> </a:t>
            </a:r>
            <a:r>
              <a:rPr lang="en-ID" dirty="0" err="1"/>
              <a:t>bayi</a:t>
            </a:r>
            <a:r>
              <a:rPr lang="en-ID" dirty="0"/>
              <a:t>, dan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 di </a:t>
            </a:r>
            <a:r>
              <a:rPr lang="en-ID" dirty="0" err="1"/>
              <a:t>tangan</a:t>
            </a:r>
            <a:r>
              <a:rPr lang="en-ID" dirty="0"/>
              <a:t>, </a:t>
            </a:r>
            <a:r>
              <a:rPr lang="en-ID" dirty="0" err="1"/>
              <a:t>punggung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dahi</a:t>
            </a:r>
            <a:r>
              <a:rPr lang="en-ID" dirty="0"/>
              <a:t>.</a:t>
            </a:r>
          </a:p>
          <a:p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apocrine </a:t>
            </a:r>
            <a:r>
              <a:rPr lang="en-ID" dirty="0" err="1"/>
              <a:t>terdapat</a:t>
            </a:r>
            <a:r>
              <a:rPr lang="en-ID" dirty="0"/>
              <a:t> di </a:t>
            </a:r>
            <a:r>
              <a:rPr lang="en-ID" dirty="0" err="1"/>
              <a:t>tempat-tempat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terutama</a:t>
            </a:r>
            <a:r>
              <a:rPr lang="en-ID" dirty="0"/>
              <a:t> di </a:t>
            </a:r>
            <a:r>
              <a:rPr lang="en-ID" dirty="0" err="1"/>
              <a:t>daerah</a:t>
            </a:r>
            <a:r>
              <a:rPr lang="en-ID" dirty="0"/>
              <a:t> </a:t>
            </a:r>
            <a:r>
              <a:rPr lang="en-ID" dirty="0" err="1"/>
              <a:t>perakaran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, </a:t>
            </a:r>
            <a:r>
              <a:rPr lang="en-ID" dirty="0" err="1"/>
              <a:t>kemaluan</a:t>
            </a:r>
            <a:r>
              <a:rPr lang="en-ID" dirty="0"/>
              <a:t>, dan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hidung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3592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C0DA-337C-24EC-C6F5-D485069C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D97D-4362-AFCA-04A0-98D95C53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masa </a:t>
            </a:r>
            <a:r>
              <a:rPr lang="en-ID" dirty="0" err="1"/>
              <a:t>pubertas</a:t>
            </a:r>
            <a:r>
              <a:rPr lang="en-ID" dirty="0"/>
              <a:t>?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 err="1"/>
              <a:t>accrine</a:t>
            </a:r>
            <a:r>
              <a:rPr lang="en-ID" dirty="0"/>
              <a:t> </a:t>
            </a:r>
            <a:r>
              <a:rPr lang="en-ID" dirty="0" err="1"/>
              <a:t>mengeluarkan</a:t>
            </a:r>
            <a:r>
              <a:rPr lang="en-ID" dirty="0"/>
              <a:t> </a:t>
            </a:r>
            <a:r>
              <a:rPr lang="en-ID" dirty="0" err="1"/>
              <a:t>cairan</a:t>
            </a:r>
            <a:r>
              <a:rPr lang="en-ID" dirty="0"/>
              <a:t> yang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air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Cairan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menurunkan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pada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asam</a:t>
            </a:r>
            <a:r>
              <a:rPr lang="en-ID" dirty="0"/>
              <a:t> lemak </a:t>
            </a:r>
            <a:r>
              <a:rPr lang="en-ID" dirty="0" err="1"/>
              <a:t>jenuh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cairan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kental</a:t>
            </a:r>
            <a:r>
              <a:rPr lang="en-ID" dirty="0"/>
              <a:t> dan </a:t>
            </a:r>
            <a:r>
              <a:rPr lang="en-ID" dirty="0" err="1"/>
              <a:t>berminyak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Sebenarnya</a:t>
            </a:r>
            <a:r>
              <a:rPr lang="en-ID" dirty="0"/>
              <a:t>, </a:t>
            </a:r>
            <a:r>
              <a:rPr lang="en-ID" dirty="0" err="1"/>
              <a:t>cairan</a:t>
            </a:r>
            <a:r>
              <a:rPr lang="en-ID" dirty="0"/>
              <a:t> yang </a:t>
            </a:r>
            <a:r>
              <a:rPr lang="en-ID" dirty="0" err="1"/>
              <a:t>dihasilkan</a:t>
            </a:r>
            <a:r>
              <a:rPr lang="en-ID" dirty="0"/>
              <a:t> oleh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 lemak,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di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helai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i="1" dirty="0"/>
              <a:t>apocrine</a:t>
            </a:r>
            <a:r>
              <a:rPr lang="en-ID" dirty="0"/>
              <a:t> dan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bakteri</a:t>
            </a:r>
            <a:r>
              <a:rPr lang="en-ID" dirty="0"/>
              <a:t> yang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proses </a:t>
            </a:r>
            <a:r>
              <a:rPr lang="en-ID" dirty="0" err="1"/>
              <a:t>pembusukan</a:t>
            </a:r>
            <a:r>
              <a:rPr lang="en-ID" dirty="0"/>
              <a:t>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timbullah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yang </a:t>
            </a:r>
            <a:r>
              <a:rPr lang="en-ID" dirty="0" err="1"/>
              <a:t>tak</a:t>
            </a:r>
            <a:r>
              <a:rPr lang="en-ID" dirty="0"/>
              <a:t> </a:t>
            </a:r>
            <a:r>
              <a:rPr lang="en-ID" dirty="0" err="1"/>
              <a:t>sedap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8005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867D-79C1-B1BD-BE84-5E42E7C3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8E92-1F58-F595-82C8-60BA27405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Faktor-factor </a:t>
            </a:r>
            <a:r>
              <a:rPr lang="en-US" dirty="0" err="1"/>
              <a:t>pemicu</a:t>
            </a:r>
            <a:r>
              <a:rPr lang="en-US" dirty="0"/>
              <a:t> </a:t>
            </a:r>
            <a:r>
              <a:rPr lang="en-US" dirty="0" err="1"/>
              <a:t>bau</a:t>
            </a:r>
            <a:r>
              <a:rPr lang="en-US" dirty="0"/>
              <a:t> badan:</a:t>
            </a:r>
          </a:p>
          <a:p>
            <a:pPr algn="just"/>
            <a:r>
              <a:rPr lang="sv-SE" dirty="0"/>
              <a:t>Bau badan tak sedap juga dipengaruhi oleh faktor genetik, n</a:t>
            </a:r>
            <a:r>
              <a:rPr lang="en-ID" dirty="0" err="1"/>
              <a:t>amun</a:t>
            </a:r>
            <a:r>
              <a:rPr lang="en-ID" dirty="0"/>
              <a:t>,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100%.</a:t>
            </a:r>
          </a:p>
          <a:p>
            <a:pPr algn="just"/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,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medis</a:t>
            </a:r>
            <a:r>
              <a:rPr lang="en-ID" dirty="0"/>
              <a:t>, </a:t>
            </a:r>
            <a:r>
              <a:rPr lang="en-ID" dirty="0" err="1"/>
              <a:t>rambut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memperluas</a:t>
            </a:r>
            <a:r>
              <a:rPr lang="en-ID" dirty="0"/>
              <a:t> </a:t>
            </a:r>
            <a:r>
              <a:rPr lang="en-ID" dirty="0" err="1"/>
              <a:t>permukaan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penguapan</a:t>
            </a:r>
            <a:r>
              <a:rPr lang="en-ID" dirty="0"/>
              <a:t> </a:t>
            </a:r>
            <a:r>
              <a:rPr lang="en-ID" dirty="0" err="1"/>
              <a:t>keringat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jiwa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stress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emosi</a:t>
            </a:r>
            <a:r>
              <a:rPr lang="en-ID" dirty="0"/>
              <a:t> juga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kelenjar</a:t>
            </a:r>
            <a:r>
              <a:rPr lang="en-ID" dirty="0"/>
              <a:t> </a:t>
            </a:r>
            <a:r>
              <a:rPr lang="en-ID" i="1" dirty="0"/>
              <a:t>apocrine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dan </a:t>
            </a:r>
            <a:r>
              <a:rPr lang="en-ID" dirty="0" err="1"/>
              <a:t>produktif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memperparah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badan.</a:t>
            </a:r>
          </a:p>
          <a:p>
            <a:pPr algn="just"/>
            <a:r>
              <a:rPr lang="en-ID" dirty="0" err="1"/>
              <a:t>Kegemukan</a:t>
            </a:r>
            <a:endParaRPr lang="en-ID" dirty="0"/>
          </a:p>
          <a:p>
            <a:pPr algn="just"/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menyantap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protein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contohnya</a:t>
            </a:r>
            <a:r>
              <a:rPr lang="en-ID" dirty="0"/>
              <a:t>: </a:t>
            </a:r>
            <a:r>
              <a:rPr lang="en-ID" dirty="0" err="1"/>
              <a:t>daging</a:t>
            </a:r>
            <a:r>
              <a:rPr lang="en-ID" dirty="0"/>
              <a:t> </a:t>
            </a:r>
            <a:r>
              <a:rPr lang="en-ID" dirty="0" err="1"/>
              <a:t>kambing</a:t>
            </a:r>
            <a:r>
              <a:rPr lang="en-ID" dirty="0"/>
              <a:t> (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melebarkan</a:t>
            </a:r>
            <a:r>
              <a:rPr lang="en-ID" dirty="0"/>
              <a:t> </a:t>
            </a:r>
            <a:r>
              <a:rPr lang="en-ID" dirty="0" err="1"/>
              <a:t>pembuluh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), durian, </a:t>
            </a:r>
            <a:r>
              <a:rPr lang="en-ID" dirty="0" err="1"/>
              <a:t>bawang</a:t>
            </a:r>
            <a:r>
              <a:rPr lang="en-ID" dirty="0"/>
              <a:t> goreng, </a:t>
            </a:r>
            <a:r>
              <a:rPr lang="en-ID" dirty="0" err="1"/>
              <a:t>merokok</a:t>
            </a:r>
            <a:r>
              <a:rPr lang="en-ID" dirty="0"/>
              <a:t>, </a:t>
            </a:r>
            <a:r>
              <a:rPr lang="en-ID" dirty="0" err="1"/>
              <a:t>minuman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, dan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antibiotika</a:t>
            </a:r>
            <a:r>
              <a:rPr lang="en-ID" dirty="0"/>
              <a:t>.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9916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9ADC-8641-8E97-8E51-CF718D4E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A694F-6139-BB08-0415-931EDDA2E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sv-SE" dirty="0"/>
              <a:t>Cara dilakukan untuk menyingkirkan atau menyamarkan bau badan, yaitu:</a:t>
            </a:r>
            <a:endParaRPr lang="en-ID" dirty="0"/>
          </a:p>
          <a:p>
            <a:pPr algn="just"/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penghilang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yang </a:t>
            </a:r>
            <a:r>
              <a:rPr lang="en-ID" dirty="0" err="1"/>
              <a:t>dijual</a:t>
            </a:r>
            <a:r>
              <a:rPr lang="en-ID" dirty="0"/>
              <a:t> di </a:t>
            </a:r>
            <a:r>
              <a:rPr lang="en-ID" dirty="0" err="1"/>
              <a:t>pasaran</a:t>
            </a:r>
            <a:r>
              <a:rPr lang="en-ID" dirty="0"/>
              <a:t>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deodoran</a:t>
            </a:r>
            <a:r>
              <a:rPr lang="en-ID" dirty="0"/>
              <a:t>,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, dan </a:t>
            </a:r>
            <a:r>
              <a:rPr lang="en-ID" dirty="0" err="1"/>
              <a:t>bedak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ketiak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</a:t>
            </a:r>
            <a:r>
              <a:rPr lang="en-ID" dirty="0" err="1"/>
              <a:t>antiseptik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kali mandi. </a:t>
            </a:r>
            <a:r>
              <a:rPr lang="en-ID" dirty="0" err="1"/>
              <a:t>Setelah</a:t>
            </a:r>
            <a:r>
              <a:rPr lang="en-ID" dirty="0"/>
              <a:t> mandi, </a:t>
            </a:r>
            <a:r>
              <a:rPr lang="en-ID" dirty="0" err="1"/>
              <a:t>keringkan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handuk</a:t>
            </a:r>
            <a:r>
              <a:rPr lang="en-ID" dirty="0"/>
              <a:t>, </a:t>
            </a:r>
            <a:r>
              <a:rPr lang="en-ID" dirty="0" err="1"/>
              <a:t>tisu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lap </a:t>
            </a:r>
            <a:r>
              <a:rPr lang="en-ID" dirty="0" err="1"/>
              <a:t>kering</a:t>
            </a:r>
            <a:r>
              <a:rPr lang="en-ID" dirty="0"/>
              <a:t> dan </a:t>
            </a:r>
            <a:r>
              <a:rPr lang="en-ID" dirty="0" err="1"/>
              <a:t>bubuhkan</a:t>
            </a:r>
            <a:r>
              <a:rPr lang="en-ID" dirty="0"/>
              <a:t> </a:t>
            </a:r>
            <a:r>
              <a:rPr lang="en-ID" dirty="0" err="1"/>
              <a:t>bedak</a:t>
            </a:r>
            <a:r>
              <a:rPr lang="en-ID" dirty="0"/>
              <a:t> </a:t>
            </a:r>
            <a:r>
              <a:rPr lang="en-ID" dirty="0" err="1"/>
              <a:t>antiseptik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Konsumsi</a:t>
            </a:r>
            <a:r>
              <a:rPr lang="en-ID" dirty="0"/>
              <a:t> </a:t>
            </a:r>
            <a:r>
              <a:rPr lang="en-ID" dirty="0" err="1"/>
              <a:t>buah</a:t>
            </a:r>
            <a:r>
              <a:rPr lang="en-ID" dirty="0"/>
              <a:t>, </a:t>
            </a:r>
            <a:r>
              <a:rPr lang="en-ID" dirty="0" err="1"/>
              <a:t>sayur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minum</a:t>
            </a:r>
            <a:r>
              <a:rPr lang="en-ID" dirty="0"/>
              <a:t> air </a:t>
            </a:r>
            <a:r>
              <a:rPr lang="en-ID" dirty="0" err="1"/>
              <a:t>putih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keringat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encer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bau</a:t>
            </a:r>
            <a:r>
              <a:rPr lang="en-ID" dirty="0"/>
              <a:t> badan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berkurang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6828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8E7F-3909-ADD5-4020-4A10843A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Badan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23D72-14B1-09A8-CED8-F87F5758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sv-SE" dirty="0"/>
              <a:t>Cara hemat mengurangi bau badan dengan:</a:t>
            </a:r>
          </a:p>
          <a:p>
            <a:pPr algn="just"/>
            <a:r>
              <a:rPr lang="sv-SE" dirty="0"/>
              <a:t>Mandi menggunakan sabun mandi secara rutin minimal 2 kali sehari (bila perlu lakukan lebih).</a:t>
            </a:r>
          </a:p>
          <a:p>
            <a:pPr algn="just"/>
            <a:r>
              <a:rPr lang="sv-SE" dirty="0"/>
              <a:t>Gunakan pakaian yang bersih dan rapi (pakaian diganti 1 kali/hr atau bila pakaian sudah kotor/basah).</a:t>
            </a:r>
          </a:p>
          <a:p>
            <a:pPr algn="just"/>
            <a:r>
              <a:rPr lang="sv-SE" dirty="0"/>
              <a:t>Bila terkena jamur kulit, lakukan mandi seperti biasa.</a:t>
            </a:r>
          </a:p>
          <a:p>
            <a:pPr algn="just"/>
            <a:r>
              <a:rPr lang="sv-SE" dirty="0"/>
              <a:t>Hindari penggunaan pakaian, handuk, selimut, sabun mandi, dan sarung secara berjamah. </a:t>
            </a:r>
          </a:p>
          <a:p>
            <a:pPr algn="just"/>
            <a:r>
              <a:rPr lang="sv-SE" dirty="0"/>
              <a:t>Hindari penggunaan pakaian yang lembab/basah (karena keringat/sebab lain). </a:t>
            </a:r>
          </a:p>
          <a:p>
            <a:pPr algn="just"/>
            <a:r>
              <a:rPr lang="sv-SE" dirty="0"/>
              <a:t>Gunakan obat anti jamur kulit (bila perlu).</a:t>
            </a:r>
          </a:p>
          <a:p>
            <a:pPr marL="0" indent="0" algn="just">
              <a:buNone/>
            </a:pPr>
            <a:endParaRPr lang="sv-SE" dirty="0"/>
          </a:p>
          <a:p>
            <a:pPr algn="just"/>
            <a:endParaRPr lang="sv-SE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074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DBD6-AC98-5DEA-F7EE-F1E2767B4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B3743-6DAA-4BFD-0E6A-D56D26A2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terbukti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serentetan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serius</a:t>
            </a:r>
            <a:r>
              <a:rPr lang="en-ID" dirty="0"/>
              <a:t>,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membusuk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pada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gusi</a:t>
            </a:r>
            <a:r>
              <a:rPr lang="en-ID" dirty="0"/>
              <a:t>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aliran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mengakibatkan</a:t>
            </a:r>
            <a:r>
              <a:rPr lang="en-ID" dirty="0"/>
              <a:t> </a:t>
            </a:r>
            <a:r>
              <a:rPr lang="en-ID" dirty="0" err="1"/>
              <a:t>peradangan</a:t>
            </a:r>
            <a:r>
              <a:rPr lang="en-ID" dirty="0"/>
              <a:t> pada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tubuh</a:t>
            </a:r>
            <a:r>
              <a:rPr lang="en-ID" dirty="0"/>
              <a:t> lain 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otot</a:t>
            </a:r>
            <a:r>
              <a:rPr lang="en-ID" dirty="0"/>
              <a:t> </a:t>
            </a:r>
            <a:r>
              <a:rPr lang="en-ID" dirty="0" err="1"/>
              <a:t>jantung</a:t>
            </a:r>
            <a:r>
              <a:rPr lang="en-ID" dirty="0"/>
              <a:t>, </a:t>
            </a:r>
            <a:r>
              <a:rPr lang="en-ID" dirty="0" err="1"/>
              <a:t>ginjal</a:t>
            </a:r>
            <a:r>
              <a:rPr lang="en-ID" dirty="0"/>
              <a:t>, </a:t>
            </a:r>
            <a:r>
              <a:rPr lang="en-ID" dirty="0" err="1"/>
              <a:t>sendi</a:t>
            </a:r>
            <a:r>
              <a:rPr lang="en-ID" dirty="0"/>
              <a:t>, </a:t>
            </a:r>
            <a:r>
              <a:rPr lang="en-ID" dirty="0" err="1"/>
              <a:t>sakit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yang </a:t>
            </a:r>
            <a:r>
              <a:rPr lang="en-ID" dirty="0" err="1"/>
              <a:t>berkepanjangan</a:t>
            </a:r>
            <a:r>
              <a:rPr lang="en-ID" dirty="0"/>
              <a:t>, </a:t>
            </a:r>
            <a:r>
              <a:rPr lang="en-ID" dirty="0" err="1"/>
              <a:t>mata</a:t>
            </a:r>
            <a:r>
              <a:rPr lang="en-ID" dirty="0"/>
              <a:t> dan organ </a:t>
            </a:r>
            <a:r>
              <a:rPr lang="en-ID" dirty="0" err="1"/>
              <a:t>tubuh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Perjalanan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teori</a:t>
            </a:r>
            <a:r>
              <a:rPr lang="en-ID" dirty="0"/>
              <a:t> focal infection.</a:t>
            </a:r>
          </a:p>
          <a:p>
            <a:pPr algn="just"/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mengatakan</a:t>
            </a:r>
            <a:r>
              <a:rPr lang="en-ID" dirty="0"/>
              <a:t>,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dan </a:t>
            </a:r>
            <a:r>
              <a:rPr lang="en-ID" dirty="0" err="1"/>
              <a:t>murah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berharga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dan </a:t>
            </a:r>
            <a:r>
              <a:rPr lang="en-ID" dirty="0" err="1"/>
              <a:t>mulut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menggosok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.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6614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BCDB-2126-2392-FB27-414167C7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AFAC-865B-CB02-4F13-63C20D23B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kasus</a:t>
            </a:r>
            <a:r>
              <a:rPr lang="en-ID" dirty="0"/>
              <a:t>,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mulutnya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mencong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kiri</a:t>
            </a:r>
            <a:r>
              <a:rPr lang="en-ID" dirty="0"/>
              <a:t> </a:t>
            </a:r>
            <a:r>
              <a:rPr lang="en-ID" dirty="0" err="1"/>
              <a:t>disebabkan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kista</a:t>
            </a:r>
            <a:r>
              <a:rPr lang="en-ID" dirty="0"/>
              <a:t> di </a:t>
            </a:r>
            <a:r>
              <a:rPr lang="en-ID" dirty="0" err="1"/>
              <a:t>gigi</a:t>
            </a:r>
            <a:r>
              <a:rPr lang="en-ID" dirty="0"/>
              <a:t> yang </a:t>
            </a:r>
            <a:r>
              <a:rPr lang="en-ID" dirty="0" err="1"/>
              <a:t>disebabkan</a:t>
            </a:r>
            <a:r>
              <a:rPr lang="en-ID" dirty="0"/>
              <a:t> oleh </a:t>
            </a:r>
            <a:r>
              <a:rPr lang="en-ID" dirty="0" err="1"/>
              <a:t>peradangan</a:t>
            </a:r>
            <a:r>
              <a:rPr lang="en-ID" dirty="0"/>
              <a:t> </a:t>
            </a:r>
            <a:r>
              <a:rPr lang="en-ID" dirty="0" err="1"/>
              <a:t>akibat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berlubang</a:t>
            </a:r>
            <a:r>
              <a:rPr lang="en-ID" dirty="0"/>
              <a:t> (</a:t>
            </a:r>
            <a:r>
              <a:rPr lang="en-ID" dirty="0" err="1"/>
              <a:t>karies</a:t>
            </a:r>
            <a:r>
              <a:rPr lang="en-ID" dirty="0"/>
              <a:t>). </a:t>
            </a:r>
          </a:p>
          <a:p>
            <a:pPr algn="just"/>
            <a:r>
              <a:rPr lang="en-ID" dirty="0"/>
              <a:t>Pada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mulut</a:t>
            </a:r>
            <a:r>
              <a:rPr lang="en-ID" dirty="0"/>
              <a:t> </a:t>
            </a:r>
            <a:r>
              <a:rPr lang="en-ID" dirty="0" err="1"/>
              <a:t>berkembang</a:t>
            </a:r>
            <a:r>
              <a:rPr lang="en-ID" dirty="0"/>
              <a:t> </a:t>
            </a:r>
            <a:r>
              <a:rPr lang="en-ID" dirty="0" err="1"/>
              <a:t>pesat</a:t>
            </a:r>
            <a:r>
              <a:rPr lang="en-ID" dirty="0"/>
              <a:t> dua kali </a:t>
            </a:r>
            <a:r>
              <a:rPr lang="en-ID" dirty="0" err="1"/>
              <a:t>lipat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</a:t>
            </a:r>
            <a:r>
              <a:rPr lang="en-ID" dirty="0" err="1"/>
              <a:t>siang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wajib</a:t>
            </a:r>
            <a:r>
              <a:rPr lang="en-ID" dirty="0"/>
              <a:t> </a:t>
            </a:r>
            <a:r>
              <a:rPr lang="en-ID" dirty="0" err="1"/>
              <a:t>membersihkan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pada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/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tidur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tidur</a:t>
            </a:r>
            <a:r>
              <a:rPr lang="en-ID" dirty="0"/>
              <a:t>, di mana </a:t>
            </a:r>
            <a:r>
              <a:rPr lang="en-ID" dirty="0" err="1"/>
              <a:t>mulut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mengadakan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, </a:t>
            </a:r>
            <a:r>
              <a:rPr lang="en-ID" dirty="0" err="1"/>
              <a:t>minum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mengobrol</a:t>
            </a:r>
            <a:r>
              <a:rPr lang="en-ID" dirty="0"/>
              <a:t>, air </a:t>
            </a:r>
            <a:r>
              <a:rPr lang="en-ID" dirty="0" err="1"/>
              <a:t>liur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antiseptik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berkurang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kemampuan</a:t>
            </a:r>
            <a:r>
              <a:rPr lang="en-ID" dirty="0"/>
              <a:t> saliva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menetralisir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 </a:t>
            </a:r>
            <a:r>
              <a:rPr lang="en-ID" dirty="0" err="1"/>
              <a:t>mulut</a:t>
            </a:r>
            <a:r>
              <a:rPr lang="en-ID" dirty="0"/>
              <a:t> juga </a:t>
            </a:r>
            <a:r>
              <a:rPr lang="en-ID" dirty="0" err="1"/>
              <a:t>berkurang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499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7EC4-68BB-4D46-8B05-616ABF4E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B8C94-0D91-4165-75B3-4EB0BEB31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D" dirty="0"/>
              <a:t>Proses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karies</a:t>
            </a:r>
            <a:r>
              <a:rPr lang="en-ID" dirty="0"/>
              <a:t> </a:t>
            </a:r>
            <a:r>
              <a:rPr lang="en-ID" dirty="0" err="1"/>
              <a:t>diawali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(debris) yang </a:t>
            </a:r>
            <a:r>
              <a:rPr lang="en-ID" dirty="0" err="1"/>
              <a:t>dibiarkan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pembusukan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hadirnya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i="1" dirty="0"/>
              <a:t>lactobacillus acidophilus </a:t>
            </a:r>
            <a:r>
              <a:rPr lang="en-ID" dirty="0"/>
              <a:t>yang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asam</a:t>
            </a:r>
            <a:r>
              <a:rPr lang="en-ID" dirty="0"/>
              <a:t>, </a:t>
            </a:r>
            <a:r>
              <a:rPr lang="en-ID" dirty="0" err="1"/>
              <a:t>kuman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menggerogoti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dan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berlubang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Karies</a:t>
            </a:r>
            <a:r>
              <a:rPr lang="en-ID" dirty="0"/>
              <a:t> </a:t>
            </a:r>
            <a:r>
              <a:rPr lang="sv-SE" dirty="0"/>
              <a:t>tapi tidak juga diobati, kuman akan menembus ke tulang gigi dan pada akhirnya akan mengganggu syaraf gigi.</a:t>
            </a:r>
          </a:p>
          <a:p>
            <a:pPr algn="just"/>
            <a:r>
              <a:rPr lang="sv-SE" dirty="0"/>
              <a:t>Terganggunya syaraf gigi ditandai dengan rasa ngilu dan sakit sampai di kepala.</a:t>
            </a:r>
          </a:p>
          <a:p>
            <a:pPr algn="just"/>
            <a:r>
              <a:rPr lang="sv-SE" dirty="0"/>
              <a:t>Bakteri lainnya penyebab gigi rusak adalah </a:t>
            </a:r>
            <a:r>
              <a:rPr lang="sv-SE" i="1" dirty="0"/>
              <a:t>streptococcus mutans.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390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B882-0F2F-B531-A56C-00EAC1D0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Gigi dan </a:t>
            </a:r>
            <a:r>
              <a:rPr lang="en-ID" dirty="0" err="1"/>
              <a:t>Mulut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6613-4AEE-D22C-0C7B-4802AC384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sv-SE" dirty="0"/>
              <a:t>Beberapa tips untuk menjaga kebersihan gigi dan mulut, yakni: </a:t>
            </a:r>
          </a:p>
          <a:p>
            <a:pPr algn="just"/>
            <a:r>
              <a:rPr lang="en-ID" dirty="0" err="1"/>
              <a:t>Menyikat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pasta </a:t>
            </a:r>
            <a:r>
              <a:rPr lang="en-ID" dirty="0" err="1"/>
              <a:t>gigi</a:t>
            </a:r>
            <a:r>
              <a:rPr lang="en-ID" dirty="0"/>
              <a:t> yang </a:t>
            </a:r>
            <a:r>
              <a:rPr lang="en-ID" dirty="0" err="1"/>
              <a:t>mengandung</a:t>
            </a:r>
            <a:r>
              <a:rPr lang="en-ID" dirty="0"/>
              <a:t> fluoride pada </a:t>
            </a:r>
            <a:r>
              <a:rPr lang="en-ID" dirty="0" err="1"/>
              <a:t>pagi</a:t>
            </a:r>
            <a:r>
              <a:rPr lang="en-ID" dirty="0"/>
              <a:t> dan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Menjauhi</a:t>
            </a:r>
            <a:r>
              <a:rPr lang="en-ID" dirty="0"/>
              <a:t> </a:t>
            </a:r>
            <a:r>
              <a:rPr lang="en-ID" dirty="0" err="1"/>
              <a:t>camilan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menyikat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pada </a:t>
            </a:r>
            <a:r>
              <a:rPr lang="en-ID" dirty="0" err="1"/>
              <a:t>malam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manis dan </a:t>
            </a:r>
            <a:r>
              <a:rPr lang="en-ID" dirty="0" err="1"/>
              <a:t>lengket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Banyak </a:t>
            </a:r>
            <a:r>
              <a:rPr lang="en-ID" dirty="0" err="1"/>
              <a:t>mengkonsumsi</a:t>
            </a:r>
            <a:r>
              <a:rPr lang="en-ID" dirty="0"/>
              <a:t> </a:t>
            </a:r>
            <a:r>
              <a:rPr lang="en-ID" dirty="0" err="1"/>
              <a:t>buah</a:t>
            </a:r>
            <a:r>
              <a:rPr lang="en-ID" dirty="0"/>
              <a:t> dan </a:t>
            </a:r>
            <a:r>
              <a:rPr lang="en-ID" dirty="0" err="1"/>
              <a:t>sayur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berserat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pembersih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(self cleansing) pada </a:t>
            </a:r>
            <a:r>
              <a:rPr lang="en-ID" dirty="0" err="1"/>
              <a:t>gigi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Membiasakan</a:t>
            </a:r>
            <a:r>
              <a:rPr lang="en-ID" dirty="0"/>
              <a:t> </a:t>
            </a:r>
            <a:r>
              <a:rPr lang="en-ID" dirty="0" err="1"/>
              <a:t>berkumur-kumur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Berkumur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anti </a:t>
            </a:r>
            <a:r>
              <a:rPr lang="en-ID" dirty="0" err="1"/>
              <a:t>septik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menggosok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dentalflos</a:t>
            </a:r>
            <a:r>
              <a:rPr lang="en-ID" dirty="0"/>
              <a:t>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tersangkut</a:t>
            </a:r>
            <a:r>
              <a:rPr lang="en-ID" dirty="0"/>
              <a:t> di interdental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Memeriksakan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gigi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6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712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A5E5-15CB-630F-B3C4-945089B0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1D7A-7688-44F9-AA05-30B9AD49D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ID" dirty="0"/>
              <a:t>Hazard (</a:t>
            </a: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) ,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segala</a:t>
            </a:r>
            <a:r>
              <a:rPr lang="en-ID" dirty="0"/>
              <a:t> </a:t>
            </a:r>
            <a:r>
              <a:rPr lang="en-ID" dirty="0" err="1"/>
              <a:t>sesuatu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konsumen</a:t>
            </a:r>
            <a:r>
              <a:rPr lang="en-ID" dirty="0"/>
              <a:t>. Tiga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yakni</a:t>
            </a:r>
            <a:r>
              <a:rPr lang="en-ID" dirty="0"/>
              <a:t>: </a:t>
            </a:r>
          </a:p>
          <a:p>
            <a:pPr marL="803275" lvl="1" indent="-265113"/>
            <a:r>
              <a:rPr lang="en-ID" dirty="0" err="1"/>
              <a:t>Biologis</a:t>
            </a:r>
            <a:r>
              <a:rPr lang="en-ID" dirty="0"/>
              <a:t> (</a:t>
            </a:r>
            <a:r>
              <a:rPr lang="en-ID" dirty="0" err="1"/>
              <a:t>mikrobiologis</a:t>
            </a:r>
            <a:r>
              <a:rPr lang="en-ID" dirty="0"/>
              <a:t>)</a:t>
            </a:r>
          </a:p>
          <a:p>
            <a:pPr marL="803275" lvl="1" indent="-265113"/>
            <a:r>
              <a:rPr lang="en-ID" dirty="0"/>
              <a:t>Kimia (</a:t>
            </a:r>
            <a:r>
              <a:rPr lang="en-ID" dirty="0" err="1"/>
              <a:t>pestisida</a:t>
            </a:r>
            <a:r>
              <a:rPr lang="en-ID" dirty="0"/>
              <a:t> &amp; </a:t>
            </a:r>
            <a:r>
              <a:rPr lang="en-ID" dirty="0" err="1"/>
              <a:t>logam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) </a:t>
            </a:r>
          </a:p>
          <a:p>
            <a:pPr marL="803275" lvl="1" indent="-265113"/>
            <a:r>
              <a:rPr lang="en-ID" dirty="0" err="1"/>
              <a:t>Fisik</a:t>
            </a:r>
            <a:r>
              <a:rPr lang="en-ID" dirty="0"/>
              <a:t> (</a:t>
            </a:r>
            <a:r>
              <a:rPr lang="en-ID" dirty="0" err="1"/>
              <a:t>pecahan</a:t>
            </a:r>
            <a:r>
              <a:rPr lang="en-ID" dirty="0"/>
              <a:t> </a:t>
            </a:r>
            <a:r>
              <a:rPr lang="en-ID" dirty="0" err="1"/>
              <a:t>gelas</a:t>
            </a:r>
            <a:r>
              <a:rPr lang="en-ID" dirty="0"/>
              <a:t>, </a:t>
            </a:r>
            <a:r>
              <a:rPr lang="en-ID" dirty="0" err="1"/>
              <a:t>potongan</a:t>
            </a:r>
            <a:r>
              <a:rPr lang="en-ID" dirty="0"/>
              <a:t> </a:t>
            </a:r>
            <a:r>
              <a:rPr lang="en-ID" dirty="0" err="1"/>
              <a:t>logam</a:t>
            </a:r>
            <a:r>
              <a:rPr lang="en-ID" dirty="0"/>
              <a:t>) </a:t>
            </a:r>
          </a:p>
          <a:p>
            <a:pPr marL="803275" lvl="1" indent="-265113"/>
            <a:r>
              <a:rPr lang="en-ID" dirty="0" err="1"/>
              <a:t>Bakteri</a:t>
            </a:r>
            <a:r>
              <a:rPr lang="en-ID" dirty="0"/>
              <a:t> dan </a:t>
            </a:r>
            <a:r>
              <a:rPr lang="en-ID" dirty="0" err="1"/>
              <a:t>mikrobia</a:t>
            </a:r>
            <a:r>
              <a:rPr lang="en-ID" dirty="0"/>
              <a:t> lain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yang paling </a:t>
            </a:r>
            <a:r>
              <a:rPr lang="en-ID" dirty="0" err="1"/>
              <a:t>besar</a:t>
            </a: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0963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1047-F30C-9377-B190-634E1B36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E97E-ECF7-51ED-1892-B8B403D7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Dimanakah ancaman Potensi Bahaya bisa terjadi?</a:t>
            </a:r>
          </a:p>
          <a:p>
            <a:r>
              <a:rPr lang="en-ID" dirty="0"/>
              <a:t>Di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mengalaminya</a:t>
            </a:r>
            <a:endParaRPr lang="en-ID" dirty="0"/>
          </a:p>
          <a:p>
            <a:r>
              <a:rPr lang="en-ID" dirty="0"/>
              <a:t>Karena pada </a:t>
            </a:r>
            <a:r>
              <a:rPr lang="en-ID" dirty="0" err="1"/>
              <a:t>tahapan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terkontaminasi</a:t>
            </a:r>
            <a:r>
              <a:rPr lang="en-ID" dirty="0"/>
              <a:t> oleh </a:t>
            </a:r>
            <a:r>
              <a:rPr lang="en-ID" dirty="0" err="1"/>
              <a:t>mikrobia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kimia</a:t>
            </a:r>
            <a:r>
              <a:rPr lang="en-ID" dirty="0"/>
              <a:t>, dan </a:t>
            </a:r>
            <a:r>
              <a:rPr lang="en-ID" dirty="0" err="1"/>
              <a:t>benda</a:t>
            </a:r>
            <a:r>
              <a:rPr lang="en-ID" dirty="0"/>
              <a:t> </a:t>
            </a:r>
            <a:r>
              <a:rPr lang="en-ID" dirty="0" err="1"/>
              <a:t>asing</a:t>
            </a:r>
            <a:r>
              <a:rPr lang="en-ID" dirty="0"/>
              <a:t> </a:t>
            </a:r>
          </a:p>
          <a:p>
            <a:r>
              <a:rPr lang="en-ID" dirty="0" err="1"/>
              <a:t>Bakteri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tumbuh</a:t>
            </a:r>
            <a:r>
              <a:rPr lang="en-ID" dirty="0"/>
              <a:t> dan </a:t>
            </a:r>
            <a:r>
              <a:rPr lang="en-ID" dirty="0" err="1"/>
              <a:t>berkembang</a:t>
            </a:r>
            <a:r>
              <a:rPr lang="en-ID" dirty="0"/>
              <a:t> </a:t>
            </a:r>
            <a:r>
              <a:rPr lang="en-ID" dirty="0" err="1"/>
              <a:t>biak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pada </a:t>
            </a:r>
            <a:r>
              <a:rPr lang="en-ID" dirty="0" err="1"/>
              <a:t>kisaran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yang </a:t>
            </a:r>
            <a:r>
              <a:rPr lang="en-ID" dirty="0" err="1"/>
              <a:t>sesuai</a:t>
            </a:r>
            <a:r>
              <a:rPr lang="en-ID" dirty="0"/>
              <a:t> </a:t>
            </a:r>
          </a:p>
          <a:p>
            <a:r>
              <a:rPr lang="en-ID" dirty="0" err="1"/>
              <a:t>Mikrobia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bertahan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pada </a:t>
            </a:r>
            <a:r>
              <a:rPr lang="en-ID" dirty="0" err="1"/>
              <a:t>tahapan</a:t>
            </a:r>
            <a:r>
              <a:rPr lang="en-ID" dirty="0"/>
              <a:t> proses yang </a:t>
            </a:r>
            <a:r>
              <a:rPr lang="en-ID" dirty="0" err="1"/>
              <a:t>mestinya</a:t>
            </a:r>
            <a:r>
              <a:rPr lang="en-ID" dirty="0"/>
              <a:t> </a:t>
            </a:r>
            <a:r>
              <a:rPr lang="en-ID" dirty="0" err="1"/>
              <a:t>ditujukan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mematikannya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638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18C3-DFB1-5CE9-61C0-7BD663B9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E8BFF-9554-5189-ED7C-9A586BE1C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Mikrobiologis</a:t>
            </a:r>
            <a:r>
              <a:rPr lang="en-ID" dirty="0"/>
              <a:t> (1)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FD339-E49E-9F27-3AEE-665309CC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019" y="2405466"/>
            <a:ext cx="6515962" cy="358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48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2205-6F25-C97B-9E5B-B78051EF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4526F-B3C4-960D-9ED6-378C4E14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Bahaya</a:t>
            </a:r>
            <a:r>
              <a:rPr lang="en-ID" dirty="0"/>
              <a:t> </a:t>
            </a:r>
            <a:r>
              <a:rPr lang="en-ID" dirty="0" err="1"/>
              <a:t>Mikrobiologis</a:t>
            </a:r>
            <a:r>
              <a:rPr lang="en-ID" dirty="0"/>
              <a:t> (2)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BAB26-BE8A-8102-7101-3B0653CE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649" y="2837442"/>
            <a:ext cx="7827914" cy="33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90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ECC8-EF20-16BD-44E2-18874688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35D5-83C8-7E33-0A4C-3978AAF55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dijadikan</a:t>
            </a:r>
            <a:r>
              <a:rPr lang="en-ID" dirty="0"/>
              <a:t> media </a:t>
            </a:r>
            <a:r>
              <a:rPr lang="en-ID" dirty="0" err="1"/>
              <a:t>kontaminasi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lain:</a:t>
            </a:r>
          </a:p>
          <a:p>
            <a:r>
              <a:rPr lang="en-ID" dirty="0"/>
              <a:t>Tanah dan </a:t>
            </a:r>
            <a:r>
              <a:rPr lang="en-ID" dirty="0" err="1"/>
              <a:t>debu</a:t>
            </a:r>
            <a:endParaRPr lang="en-ID" dirty="0"/>
          </a:p>
          <a:p>
            <a:r>
              <a:rPr lang="en-ID" dirty="0"/>
              <a:t>Air</a:t>
            </a:r>
          </a:p>
          <a:p>
            <a:r>
              <a:rPr lang="en-ID" dirty="0" err="1"/>
              <a:t>Feces</a:t>
            </a:r>
            <a:endParaRPr lang="en-ID" dirty="0"/>
          </a:p>
          <a:p>
            <a:r>
              <a:rPr lang="en-ID" dirty="0" err="1"/>
              <a:t>Ingus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1996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F376-D1A4-82DB-462B-57419FBC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AD39-2A2F-7DA3-7A1C-D3E58E151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/>
              <a:t>Yang </a:t>
            </a:r>
            <a:r>
              <a:rPr lang="en-ID" dirty="0" err="1"/>
              <a:t>ditambahkan</a:t>
            </a:r>
            <a:r>
              <a:rPr lang="en-ID" dirty="0"/>
              <a:t>/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pengolahan</a:t>
            </a:r>
            <a:endParaRPr lang="en-ID" dirty="0"/>
          </a:p>
          <a:p>
            <a:pPr algn="just"/>
            <a:r>
              <a:rPr lang="en-ID" dirty="0"/>
              <a:t>Bahan </a:t>
            </a:r>
            <a:r>
              <a:rPr lang="en-ID" dirty="0" err="1"/>
              <a:t>kimia</a:t>
            </a:r>
            <a:r>
              <a:rPr lang="en-ID" dirty="0"/>
              <a:t> </a:t>
            </a:r>
            <a:r>
              <a:rPr lang="en-ID" dirty="0" err="1"/>
              <a:t>pertanian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pestisida</a:t>
            </a:r>
            <a:r>
              <a:rPr lang="en-ID" dirty="0"/>
              <a:t>, </a:t>
            </a:r>
            <a:r>
              <a:rPr lang="en-ID" dirty="0" err="1"/>
              <a:t>fungisida</a:t>
            </a:r>
            <a:r>
              <a:rPr lang="en-ID" dirty="0"/>
              <a:t>, </a:t>
            </a:r>
            <a:r>
              <a:rPr lang="en-ID" dirty="0" err="1"/>
              <a:t>pupuk</a:t>
            </a:r>
            <a:r>
              <a:rPr lang="en-ID" dirty="0"/>
              <a:t>, </a:t>
            </a:r>
            <a:r>
              <a:rPr lang="en-ID" dirty="0" err="1"/>
              <a:t>insektisida</a:t>
            </a:r>
            <a:r>
              <a:rPr lang="en-ID" dirty="0"/>
              <a:t>, antibiotic. </a:t>
            </a:r>
          </a:p>
          <a:p>
            <a:pPr algn="just"/>
            <a:r>
              <a:rPr lang="en-ID" dirty="0" err="1"/>
              <a:t>Logam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: Pb dan Hg </a:t>
            </a:r>
          </a:p>
          <a:p>
            <a:pPr algn="just"/>
            <a:r>
              <a:rPr lang="en-ID" dirty="0"/>
              <a:t>Bahan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pengawet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penambah</a:t>
            </a:r>
            <a:r>
              <a:rPr lang="en-ID" dirty="0"/>
              <a:t> </a:t>
            </a:r>
            <a:r>
              <a:rPr lang="en-ID" dirty="0" err="1"/>
              <a:t>nutrisi</a:t>
            </a:r>
            <a:r>
              <a:rPr lang="en-ID" dirty="0"/>
              <a:t> (vitamin dan mineral)</a:t>
            </a:r>
          </a:p>
          <a:p>
            <a:pPr algn="just"/>
            <a:r>
              <a:rPr lang="en-ID" dirty="0"/>
              <a:t>Bahan </a:t>
            </a:r>
            <a:r>
              <a:rPr lang="en-ID" dirty="0" err="1"/>
              <a:t>kimia</a:t>
            </a:r>
            <a:r>
              <a:rPr lang="en-ID" dirty="0"/>
              <a:t> lain : </a:t>
            </a:r>
            <a:r>
              <a:rPr lang="en-ID" dirty="0" err="1"/>
              <a:t>detergen</a:t>
            </a:r>
            <a:r>
              <a:rPr lang="en-ID" dirty="0"/>
              <a:t>, sanitizer, </a:t>
            </a:r>
            <a:r>
              <a:rPr lang="en-ID" dirty="0" err="1"/>
              <a:t>pelumas</a:t>
            </a:r>
            <a:r>
              <a:rPr lang="en-ID" dirty="0"/>
              <a:t>,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bakar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09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912F-8D49-A128-2AE0-19F12766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EC5DE-EE01-C2C2-0FA0-43FF6A8D0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dirty="0"/>
              <a:t>Faktor-</a:t>
            </a:r>
            <a:r>
              <a:rPr lang="en-ID" dirty="0" err="1"/>
              <a:t>faktor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foodborne diseases:</a:t>
            </a:r>
          </a:p>
          <a:p>
            <a:pPr algn="just"/>
            <a:r>
              <a:rPr lang="en-ID" dirty="0" err="1"/>
              <a:t>Pendinginan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tepat</a:t>
            </a:r>
            <a:endParaRPr lang="en-ID" dirty="0"/>
          </a:p>
          <a:p>
            <a:pPr algn="just"/>
            <a:r>
              <a:rPr lang="en-ID" dirty="0" err="1"/>
              <a:t>Membiarkan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12 jam (</a:t>
            </a:r>
            <a:r>
              <a:rPr lang="en-ID" dirty="0" err="1"/>
              <a:t>penyajian</a:t>
            </a:r>
            <a:r>
              <a:rPr lang="en-ID" dirty="0"/>
              <a:t>)</a:t>
            </a:r>
          </a:p>
          <a:p>
            <a:pPr algn="just"/>
            <a:r>
              <a:rPr lang="en-ID" dirty="0" err="1"/>
              <a:t>Kontaminasi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mentah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non-reheating</a:t>
            </a:r>
          </a:p>
          <a:p>
            <a:pPr algn="just"/>
            <a:r>
              <a:rPr lang="en-ID" dirty="0" err="1"/>
              <a:t>Penanganan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oleh </a:t>
            </a:r>
            <a:r>
              <a:rPr lang="en-ID" dirty="0" err="1"/>
              <a:t>pekerja</a:t>
            </a:r>
            <a:r>
              <a:rPr lang="en-ID" dirty="0"/>
              <a:t> yang </a:t>
            </a:r>
            <a:r>
              <a:rPr lang="en-ID" dirty="0" err="1"/>
              <a:t>menderita</a:t>
            </a:r>
            <a:r>
              <a:rPr lang="en-ID" dirty="0"/>
              <a:t> </a:t>
            </a:r>
            <a:r>
              <a:rPr lang="en-ID" dirty="0" err="1"/>
              <a:t>infeksi</a:t>
            </a:r>
            <a:endParaRPr lang="en-ID" dirty="0"/>
          </a:p>
          <a:p>
            <a:pPr algn="just"/>
            <a:r>
              <a:rPr lang="en-ID" dirty="0"/>
              <a:t>Proses </a:t>
            </a:r>
            <a:r>
              <a:rPr lang="en-ID" dirty="0" err="1"/>
              <a:t>pemasakan</a:t>
            </a:r>
            <a:r>
              <a:rPr lang="en-ID" dirty="0"/>
              <a:t> dan </a:t>
            </a:r>
            <a:r>
              <a:rPr lang="en-ID" dirty="0" err="1"/>
              <a:t>pemanasan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cukup</a:t>
            </a:r>
            <a:endParaRPr lang="en-ID" dirty="0"/>
          </a:p>
          <a:p>
            <a:pPr algn="just"/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keadaan</a:t>
            </a:r>
            <a:r>
              <a:rPr lang="en-ID" dirty="0"/>
              <a:t> </a:t>
            </a:r>
            <a:r>
              <a:rPr lang="en-ID" dirty="0" err="1"/>
              <a:t>hangat</a:t>
            </a:r>
            <a:r>
              <a:rPr lang="en-ID" dirty="0"/>
              <a:t> (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65°C)</a:t>
            </a:r>
          </a:p>
          <a:p>
            <a:pPr algn="just"/>
            <a:r>
              <a:rPr lang="en-ID" dirty="0" err="1"/>
              <a:t>Pemanasan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pada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tepat</a:t>
            </a:r>
            <a:endParaRPr lang="en-ID" dirty="0"/>
          </a:p>
          <a:p>
            <a:pPr algn="just"/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berasal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aman</a:t>
            </a:r>
            <a:endParaRPr lang="en-ID" dirty="0"/>
          </a:p>
          <a:p>
            <a:pPr algn="just"/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kontaminasi</a:t>
            </a:r>
            <a:r>
              <a:rPr lang="en-ID" dirty="0"/>
              <a:t> </a:t>
            </a:r>
            <a:r>
              <a:rPr lang="en-ID" dirty="0" err="1"/>
              <a:t>silang</a:t>
            </a:r>
            <a:r>
              <a:rPr lang="en-ID" dirty="0"/>
              <a:t> 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5166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391C-5D5A-FA79-B595-65BBFF4C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89B8-D97B-F7CC-A8AC-F4A492C4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Keracunan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diidentifikasi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gejalanya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9D917-89DF-2A44-BA13-C51BC11D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88" y="2574212"/>
            <a:ext cx="6544608" cy="383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118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04A2-04F7-3640-0352-9EBD01B2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Kesehatan </a:t>
            </a:r>
            <a:r>
              <a:rPr lang="en-ID" dirty="0" err="1"/>
              <a:t>Makanan</a:t>
            </a:r>
            <a:r>
              <a:rPr lang="en-ID" dirty="0"/>
              <a:t> (10)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7CC2-3348-C056-970E-4BC99D02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kebersihan</a:t>
            </a:r>
            <a:r>
              <a:rPr lang="en-ID" dirty="0"/>
              <a:t> dan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Masak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matang</a:t>
            </a:r>
            <a:r>
              <a:rPr lang="en-ID" dirty="0"/>
              <a:t> (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membunuh</a:t>
            </a:r>
            <a:r>
              <a:rPr lang="en-ID" dirty="0"/>
              <a:t> </a:t>
            </a:r>
            <a:r>
              <a:rPr lang="en-ID" dirty="0" err="1"/>
              <a:t>kuman-kuman</a:t>
            </a:r>
            <a:r>
              <a:rPr lang="en-ID" dirty="0"/>
              <a:t>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daging</a:t>
            </a:r>
            <a:r>
              <a:rPr lang="en-ID" dirty="0"/>
              <a:t>, </a:t>
            </a:r>
            <a:r>
              <a:rPr lang="en-ID" dirty="0" err="1"/>
              <a:t>ayam</a:t>
            </a:r>
            <a:r>
              <a:rPr lang="en-ID" dirty="0"/>
              <a:t>, ikan dan </a:t>
            </a:r>
            <a:r>
              <a:rPr lang="en-ID" dirty="0" err="1"/>
              <a:t>telur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Makan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bergizi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menu </a:t>
            </a:r>
            <a:r>
              <a:rPr lang="en-ID" dirty="0" err="1"/>
              <a:t>empat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lima </a:t>
            </a:r>
            <a:r>
              <a:rPr lang="en-ID" dirty="0" err="1"/>
              <a:t>sempurna</a:t>
            </a:r>
            <a:r>
              <a:rPr lang="en-ID" dirty="0"/>
              <a:t> dan </a:t>
            </a:r>
            <a:r>
              <a:rPr lang="en-ID" dirty="0" err="1"/>
              <a:t>seimbang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Hindarkan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dimasak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lalat</a:t>
            </a:r>
            <a:r>
              <a:rPr lang="en-ID" dirty="0"/>
              <a:t> dan </a:t>
            </a:r>
            <a:r>
              <a:rPr lang="en-ID" dirty="0" err="1"/>
              <a:t>binatang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menutup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Cuci</a:t>
            </a:r>
            <a:r>
              <a:rPr lang="en-ID" dirty="0"/>
              <a:t> </a:t>
            </a:r>
            <a:r>
              <a:rPr lang="en-ID" dirty="0" err="1"/>
              <a:t>tangan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masak</a:t>
            </a:r>
            <a:r>
              <a:rPr lang="en-ID" dirty="0"/>
              <a:t>, dan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.</a:t>
            </a:r>
          </a:p>
          <a:p>
            <a:pPr algn="just"/>
            <a:r>
              <a:rPr lang="sv-SE" dirty="0"/>
              <a:t>Cuci peralatan dapur sehabis dipakai dengan sabun dan simpan di tempat yang kering. </a:t>
            </a:r>
            <a:endParaRPr lang="en-ID" dirty="0"/>
          </a:p>
          <a:p>
            <a:pPr algn="just"/>
            <a:endParaRPr lang="en-ID" dirty="0"/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9762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1B42-1419-7AFD-FF86-E31CADE7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0620-2017-D82B-CFBA-CA9C17B21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Pakaian</a:t>
            </a:r>
            <a:r>
              <a:rPr lang="en-ID" dirty="0"/>
              <a:t> yang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yang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kotoran</a:t>
            </a:r>
            <a:r>
              <a:rPr lang="en-ID" dirty="0"/>
              <a:t> dan </a:t>
            </a:r>
            <a:r>
              <a:rPr lang="en-ID" dirty="0" err="1"/>
              <a:t>kuman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sakit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beraroma</a:t>
            </a:r>
            <a:r>
              <a:rPr lang="en-ID" dirty="0"/>
              <a:t> </a:t>
            </a:r>
            <a:r>
              <a:rPr lang="en-ID" dirty="0" err="1"/>
              <a:t>sedap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r>
              <a:rPr lang="en-ID" dirty="0"/>
              <a:t>Usaha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merawat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caranya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(1)</a:t>
            </a:r>
          </a:p>
          <a:p>
            <a:pPr algn="just"/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handuk</a:t>
            </a:r>
            <a:r>
              <a:rPr lang="en-ID" dirty="0"/>
              <a:t> dan </a:t>
            </a:r>
            <a:r>
              <a:rPr lang="en-ID" dirty="0" err="1"/>
              <a:t>sprei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teratur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dan </a:t>
            </a:r>
            <a:r>
              <a:rPr lang="en-ID" dirty="0" err="1"/>
              <a:t>keringkan</a:t>
            </a:r>
            <a:r>
              <a:rPr lang="en-ID" dirty="0"/>
              <a:t> di </a:t>
            </a:r>
            <a:r>
              <a:rPr lang="en-ID" dirty="0" err="1"/>
              <a:t>sinar</a:t>
            </a:r>
            <a:r>
              <a:rPr lang="en-ID" dirty="0"/>
              <a:t> </a:t>
            </a:r>
            <a:r>
              <a:rPr lang="en-ID" dirty="0" err="1"/>
              <a:t>matahari</a:t>
            </a:r>
            <a:r>
              <a:rPr lang="en-ID" dirty="0"/>
              <a:t>, </a:t>
            </a:r>
          </a:p>
          <a:p>
            <a:pPr algn="just"/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biasakan</a:t>
            </a:r>
            <a:r>
              <a:rPr lang="en-ID" dirty="0"/>
              <a:t> </a:t>
            </a:r>
            <a:r>
              <a:rPr lang="en-ID" dirty="0" err="1"/>
              <a:t>memakai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, </a:t>
            </a:r>
            <a:r>
              <a:rPr lang="en-ID" dirty="0" err="1"/>
              <a:t>handuk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sprei</a:t>
            </a:r>
            <a:r>
              <a:rPr lang="en-ID" dirty="0"/>
              <a:t> orang lain, </a:t>
            </a:r>
            <a:r>
              <a:rPr lang="en-ID" dirty="0" err="1"/>
              <a:t>terutama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orang yang </a:t>
            </a:r>
            <a:r>
              <a:rPr lang="en-ID" dirty="0" err="1"/>
              <a:t>menderita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kulit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kudis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koreng</a:t>
            </a:r>
            <a:r>
              <a:rPr lang="en-ID" dirty="0"/>
              <a:t>, </a:t>
            </a:r>
            <a:r>
              <a:rPr lang="en-ID" dirty="0" err="1"/>
              <a:t>panu</a:t>
            </a:r>
            <a:r>
              <a:rPr lang="en-ID" dirty="0"/>
              <a:t>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kadas</a:t>
            </a:r>
            <a:r>
              <a:rPr lang="en-ID" dirty="0"/>
              <a:t>,</a:t>
            </a:r>
          </a:p>
          <a:p>
            <a:pPr algn="just"/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7331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979E-454F-2835-B1DA-128A0ADD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C5A6-F281-3083-4377-8053E187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/>
              <a:t>Usaha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merawat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caranya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(2)</a:t>
            </a:r>
          </a:p>
          <a:p>
            <a:pPr algn="just"/>
            <a:r>
              <a:rPr lang="en-ID" dirty="0" err="1"/>
              <a:t>Hindari</a:t>
            </a:r>
            <a:r>
              <a:rPr lang="en-ID" dirty="0"/>
              <a:t> </a:t>
            </a:r>
            <a:r>
              <a:rPr lang="en-ID" dirty="0" err="1"/>
              <a:t>pemakaian</a:t>
            </a:r>
            <a:r>
              <a:rPr lang="en-ID" dirty="0"/>
              <a:t> </a:t>
            </a:r>
            <a:r>
              <a:rPr lang="en-ID" dirty="0" err="1"/>
              <a:t>busana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, </a:t>
            </a:r>
            <a:r>
              <a:rPr lang="en-ID" dirty="0" err="1"/>
              <a:t>krag</a:t>
            </a:r>
            <a:r>
              <a:rPr lang="en-ID" dirty="0"/>
              <a:t> </a:t>
            </a:r>
            <a:r>
              <a:rPr lang="en-ID" dirty="0" err="1"/>
              <a:t>leher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menghitam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Celana</a:t>
            </a:r>
            <a:r>
              <a:rPr lang="en-ID" dirty="0"/>
              <a:t> yang </a:t>
            </a:r>
            <a:r>
              <a:rPr lang="en-ID" dirty="0" err="1"/>
              <a:t>dikenakan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lipatan</a:t>
            </a:r>
            <a:r>
              <a:rPr lang="en-ID" dirty="0"/>
              <a:t> </a:t>
            </a:r>
            <a:r>
              <a:rPr lang="en-ID" dirty="0" err="1"/>
              <a:t>setrikanya</a:t>
            </a:r>
            <a:r>
              <a:rPr lang="en-ID" dirty="0"/>
              <a:t>, dan </a:t>
            </a:r>
            <a:r>
              <a:rPr lang="en-ID" dirty="0" err="1"/>
              <a:t>rok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wanita</a:t>
            </a:r>
            <a:r>
              <a:rPr lang="en-ID" dirty="0"/>
              <a:t> </a:t>
            </a:r>
            <a:r>
              <a:rPr lang="en-ID" dirty="0" err="1"/>
              <a:t>jangan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lusuh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Sepatu yang </a:t>
            </a:r>
            <a:r>
              <a:rPr lang="en-ID" dirty="0" err="1"/>
              <a:t>dikenakan</a:t>
            </a:r>
            <a:r>
              <a:rPr lang="en-ID" dirty="0"/>
              <a:t> </a:t>
            </a:r>
            <a:r>
              <a:rPr lang="en-ID" dirty="0" err="1"/>
              <a:t>hendaknya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36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1CDC-9397-F34E-CCDD-9F433C6F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3582-F457-C595-8B86-AC20E1F9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ID" dirty="0" err="1"/>
              <a:t>syarat</a:t>
            </a:r>
            <a:r>
              <a:rPr lang="en-ID" dirty="0"/>
              <a:t> air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 </a:t>
            </a:r>
          </a:p>
          <a:p>
            <a:pPr algn="just"/>
            <a:r>
              <a:rPr lang="en-ID" dirty="0" err="1"/>
              <a:t>Airnya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jernih</a:t>
            </a:r>
            <a:r>
              <a:rPr lang="en-ID" dirty="0"/>
              <a:t> dan </a:t>
            </a:r>
            <a:r>
              <a:rPr lang="en-ID" dirty="0" err="1"/>
              <a:t>bersih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berasa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berwarna</a:t>
            </a:r>
            <a:r>
              <a:rPr lang="en-ID" dirty="0"/>
              <a:t>,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berbau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garam </a:t>
            </a:r>
            <a:r>
              <a:rPr lang="en-ID" dirty="0" err="1"/>
              <a:t>dapur</a:t>
            </a:r>
            <a:r>
              <a:rPr lang="en-ID" dirty="0"/>
              <a:t> dan </a:t>
            </a:r>
            <a:r>
              <a:rPr lang="en-ID" dirty="0" err="1"/>
              <a:t>garan</a:t>
            </a:r>
            <a:r>
              <a:rPr lang="en-ID" dirty="0"/>
              <a:t> </a:t>
            </a:r>
            <a:r>
              <a:rPr lang="en-ID" dirty="0" err="1"/>
              <a:t>kapur</a:t>
            </a:r>
            <a:r>
              <a:rPr lang="en-ID" dirty="0"/>
              <a:t> ( air </a:t>
            </a:r>
            <a:r>
              <a:rPr lang="en-ID" dirty="0" err="1"/>
              <a:t>sadah</a:t>
            </a:r>
            <a:r>
              <a:rPr lang="en-ID" dirty="0"/>
              <a:t>), </a:t>
            </a:r>
            <a:r>
              <a:rPr lang="en-ID" dirty="0" err="1"/>
              <a:t>kecuali</a:t>
            </a:r>
            <a:r>
              <a:rPr lang="en-ID" dirty="0"/>
              <a:t> </a:t>
            </a:r>
            <a:r>
              <a:rPr lang="en-ID" dirty="0" err="1"/>
              <a:t>diendapkan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dulu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berbusa</a:t>
            </a:r>
            <a:r>
              <a:rPr lang="en-ID" dirty="0"/>
              <a:t> dan </a:t>
            </a:r>
            <a:r>
              <a:rPr lang="en-ID" dirty="0" err="1"/>
              <a:t>kain</a:t>
            </a:r>
            <a:r>
              <a:rPr lang="en-ID" dirty="0"/>
              <a:t> </a:t>
            </a:r>
            <a:r>
              <a:rPr lang="en-ID" dirty="0" err="1"/>
              <a:t>cucian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kaku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robek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mengandung</a:t>
            </a:r>
            <a:r>
              <a:rPr lang="en-ID" dirty="0"/>
              <a:t> garam </a:t>
            </a:r>
            <a:r>
              <a:rPr lang="en-ID" dirty="0" err="1"/>
              <a:t>besi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cucian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792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F009-98AD-037E-69F3-1F2AA30B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Kebersihan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4DF6-C594-3179-F98D-41D632EAC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/>
              <a:t>Agar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bebas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kuman</a:t>
            </a:r>
            <a:r>
              <a:rPr lang="en-ID" dirty="0"/>
              <a:t>, </a:t>
            </a:r>
            <a:r>
              <a:rPr lang="en-ID" dirty="0" err="1"/>
              <a:t>bakteri</a:t>
            </a:r>
            <a:r>
              <a:rPr lang="en-ID" dirty="0"/>
              <a:t>, </a:t>
            </a:r>
            <a:r>
              <a:rPr lang="en-ID" dirty="0" err="1"/>
              <a:t>penyakit</a:t>
            </a:r>
            <a:r>
              <a:rPr lang="en-ID" dirty="0"/>
              <a:t>:</a:t>
            </a:r>
          </a:p>
          <a:p>
            <a:pPr algn="just"/>
            <a:r>
              <a:rPr lang="en-ID" dirty="0" err="1"/>
              <a:t>Mencuci</a:t>
            </a:r>
            <a:r>
              <a:rPr lang="en-ID" dirty="0"/>
              <a:t> </a:t>
            </a:r>
            <a:r>
              <a:rPr lang="en-ID" dirty="0" err="1"/>
              <a:t>pakaian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sabun</a:t>
            </a:r>
            <a:r>
              <a:rPr lang="en-ID" dirty="0"/>
              <a:t> (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serat</a:t>
            </a:r>
            <a:r>
              <a:rPr lang="en-ID" dirty="0"/>
              <a:t> </a:t>
            </a:r>
            <a:r>
              <a:rPr lang="en-ID" dirty="0" err="1"/>
              <a:t>bahannya</a:t>
            </a:r>
            <a:r>
              <a:rPr lang="en-ID" dirty="0"/>
              <a:t>) agar </a:t>
            </a:r>
            <a:r>
              <a:rPr lang="en-ID" dirty="0" err="1"/>
              <a:t>kotoran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lepas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pori-pori</a:t>
            </a:r>
            <a:r>
              <a:rPr lang="en-ID" dirty="0"/>
              <a:t> </a:t>
            </a:r>
            <a:r>
              <a:rPr lang="en-ID" dirty="0" err="1"/>
              <a:t>kain</a:t>
            </a:r>
            <a:r>
              <a:rPr lang="en-ID" dirty="0"/>
              <a:t> dan </a:t>
            </a:r>
            <a:r>
              <a:rPr lang="en-ID" dirty="0" err="1"/>
              <a:t>sedap</a:t>
            </a:r>
            <a:r>
              <a:rPr lang="en-ID" dirty="0"/>
              <a:t> </a:t>
            </a:r>
            <a:r>
              <a:rPr lang="en-ID" dirty="0" err="1"/>
              <a:t>aromanya</a:t>
            </a:r>
            <a:r>
              <a:rPr lang="en-ID" dirty="0"/>
              <a:t>. </a:t>
            </a:r>
          </a:p>
          <a:p>
            <a:pPr algn="just"/>
            <a:r>
              <a:rPr lang="en-ID" dirty="0"/>
              <a:t>Jika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ditambah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obat-obat</a:t>
            </a:r>
            <a:r>
              <a:rPr lang="en-ID" dirty="0"/>
              <a:t> </a:t>
            </a:r>
            <a:r>
              <a:rPr lang="en-ID" dirty="0" err="1"/>
              <a:t>pelembut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pewangi</a:t>
            </a:r>
            <a:r>
              <a:rPr lang="en-ID" dirty="0"/>
              <a:t>, </a:t>
            </a:r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proporsional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161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11B7-E7E9-05D7-2E14-41C211C3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Evaluasi</a:t>
            </a:r>
            <a:r>
              <a:rPr lang="en-US" dirty="0"/>
              <a:t> 4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D05F-9A6F-D4C4-674B-5AE44BA4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D" dirty="0" err="1"/>
              <a:t>Jawablah</a:t>
            </a:r>
            <a:r>
              <a:rPr lang="en-ID" dirty="0"/>
              <a:t> </a:t>
            </a:r>
            <a:r>
              <a:rPr lang="en-ID" dirty="0" err="1"/>
              <a:t>pertanyaan-pertanyan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singkat</a:t>
            </a:r>
            <a:r>
              <a:rPr lang="en-ID" dirty="0"/>
              <a:t> dan </a:t>
            </a:r>
            <a:r>
              <a:rPr lang="en-ID" dirty="0" err="1"/>
              <a:t>jelas</a:t>
            </a:r>
            <a:r>
              <a:rPr lang="en-ID" dirty="0"/>
              <a:t>!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/>
              <a:t>Apa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seseorang</a:t>
            </a:r>
            <a:r>
              <a:rPr lang="en-ID" dirty="0"/>
              <a:t> agar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yang </a:t>
            </a:r>
            <a:r>
              <a:rPr lang="en-ID" dirty="0" err="1"/>
              <a:t>sehat</a:t>
            </a:r>
            <a:r>
              <a:rPr lang="en-ID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/>
              <a:t>Coba </a:t>
            </a:r>
            <a:r>
              <a:rPr lang="en-ID" dirty="0" err="1"/>
              <a:t>jelaskan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WHO </a:t>
            </a:r>
            <a:r>
              <a:rPr lang="en-ID" dirty="0" err="1"/>
              <a:t>tahun</a:t>
            </a:r>
            <a:r>
              <a:rPr lang="en-ID" dirty="0"/>
              <a:t> 1950?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tenaga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/>
              <a:t>Apa </a:t>
            </a:r>
            <a:r>
              <a:rPr lang="en-ID" dirty="0" err="1"/>
              <a:t>pengertian</a:t>
            </a:r>
            <a:r>
              <a:rPr lang="en-ID" dirty="0"/>
              <a:t> Personal Hygiene pada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?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D" dirty="0" err="1"/>
              <a:t>Sebutkan</a:t>
            </a:r>
            <a:r>
              <a:rPr lang="en-ID" dirty="0"/>
              <a:t> </a:t>
            </a:r>
            <a:r>
              <a:rPr lang="en-ID" dirty="0" err="1"/>
              <a:t>resiko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dikurangi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menerapkan</a:t>
            </a:r>
            <a:r>
              <a:rPr lang="en-ID" dirty="0"/>
              <a:t> </a:t>
            </a:r>
            <a:r>
              <a:rPr lang="en-ID" dirty="0" err="1"/>
              <a:t>gaya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sehat</a:t>
            </a:r>
            <a:r>
              <a:rPr lang="en-ID" dirty="0"/>
              <a:t> </a:t>
            </a:r>
            <a:r>
              <a:rPr lang="en-ID" dirty="0" err="1"/>
              <a:t>menurut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oleh para </a:t>
            </a:r>
            <a:r>
              <a:rPr lang="en-ID" dirty="0" err="1"/>
              <a:t>ahli</a:t>
            </a:r>
            <a:r>
              <a:rPr lang="en-ID" dirty="0"/>
              <a:t> </a:t>
            </a:r>
            <a:r>
              <a:rPr lang="en-ID" dirty="0" err="1"/>
              <a:t>fisiologi</a:t>
            </a:r>
            <a:r>
              <a:rPr lang="en-ID" dirty="0"/>
              <a:t> Universitas Indonesia?</a:t>
            </a:r>
          </a:p>
        </p:txBody>
      </p:sp>
    </p:spTree>
    <p:extLst>
      <p:ext uri="{BB962C8B-B14F-4D97-AF65-F5344CB8AC3E}">
        <p14:creationId xmlns:p14="http://schemas.microsoft.com/office/powerpoint/2010/main" val="45896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9616</TotalTime>
  <Words>3465</Words>
  <Application>Microsoft Office PowerPoint</Application>
  <PresentationFormat>Widescreen</PresentationFormat>
  <Paragraphs>288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Wingdings</vt:lpstr>
      <vt:lpstr>Office Theme</vt:lpstr>
      <vt:lpstr>PERSONAL HYGIENE PADA LINGKUNGAN KERJA</vt:lpstr>
      <vt:lpstr>Pengertian Personal Hygiene</vt:lpstr>
      <vt:lpstr>Pengertian Personal Hygiene</vt:lpstr>
      <vt:lpstr>Aspek Penting Personal Hygiene  di Lingkungan Kerja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Menjaga kesehatan pribadi  (personal hygiene)</vt:lpstr>
      <vt:lpstr>Pola Hidup Sehat (1)</vt:lpstr>
      <vt:lpstr>Pola Hidup Sehat (2)</vt:lpstr>
      <vt:lpstr>Pola Hidup Sehat (3)</vt:lpstr>
      <vt:lpstr>Menjaga Kebersihan Individu (1)</vt:lpstr>
      <vt:lpstr>Menjaga Kebersihan Individu (2)</vt:lpstr>
      <vt:lpstr>Menjaga Kebersihan Individu (4)</vt:lpstr>
      <vt:lpstr>Komponen Kebersihan Diri </vt:lpstr>
      <vt:lpstr>Kebersihan Rambut dan Kulit Kepala (1) </vt:lpstr>
      <vt:lpstr>Kebersihan Rambut dan Kulit Kepala (2) </vt:lpstr>
      <vt:lpstr>Kebersihan Rambut dan Kulit Kepala (3) </vt:lpstr>
      <vt:lpstr>Kebersihan Rambut dan Kulit Kepala (4) </vt:lpstr>
      <vt:lpstr>Kebersihan Rambut dan Kulit Kepala (5) </vt:lpstr>
      <vt:lpstr>Kebersihan Tangan dan Kuku (1)</vt:lpstr>
      <vt:lpstr>Kebersihan Tangan dan Kuku (2)</vt:lpstr>
      <vt:lpstr>Kebersihan Tangan dan Kuku (3)</vt:lpstr>
      <vt:lpstr>Teknik Mencuci Tangan</vt:lpstr>
      <vt:lpstr>Kebersihan Tangan dan Kuku (4)</vt:lpstr>
      <vt:lpstr> Menjaga Kebersihan Badan (1)</vt:lpstr>
      <vt:lpstr> Menjaga Kebersihan Badan (2)</vt:lpstr>
      <vt:lpstr> Menjaga Kebersihan Badan (3)</vt:lpstr>
      <vt:lpstr> Menjaga Kebersihan Badan (4)</vt:lpstr>
      <vt:lpstr>Menjaga Kebersihan Badan (5)</vt:lpstr>
      <vt:lpstr>Kebersihan Gigi dan Mulut (1)</vt:lpstr>
      <vt:lpstr>Kebersihan Gigi dan Mulut (2)</vt:lpstr>
      <vt:lpstr>Kebersihan Gigi dan Mulut (3)</vt:lpstr>
      <vt:lpstr>Kebersihan Gigi dan Mulut (4)</vt:lpstr>
      <vt:lpstr>Kesehatan Makanan (1)</vt:lpstr>
      <vt:lpstr>Kesehatan Makanan (2)</vt:lpstr>
      <vt:lpstr>Kesehatan Makanan (3)</vt:lpstr>
      <vt:lpstr>Kesehatan Makanan (4)</vt:lpstr>
      <vt:lpstr>Kesehatan Makanan (5)</vt:lpstr>
      <vt:lpstr>Kesehatan Makanan (6)</vt:lpstr>
      <vt:lpstr>Kesehatan Makanan (8)</vt:lpstr>
      <vt:lpstr>Kesehatan Makanan (9)</vt:lpstr>
      <vt:lpstr>Kesehatan Makanan (10)</vt:lpstr>
      <vt:lpstr>Kebersihan Pakaian (1)</vt:lpstr>
      <vt:lpstr>Kebersihan Pakaian (2)</vt:lpstr>
      <vt:lpstr>Kebersihan Pakaian (3)</vt:lpstr>
      <vt:lpstr>Kebersihan Pakaian (4)</vt:lpstr>
      <vt:lpstr>Evaluasi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 TI</dc:creator>
  <cp:lastModifiedBy>Lab TI</cp:lastModifiedBy>
  <cp:revision>448</cp:revision>
  <dcterms:created xsi:type="dcterms:W3CDTF">2025-02-23T02:56:47Z</dcterms:created>
  <dcterms:modified xsi:type="dcterms:W3CDTF">2025-03-10T01:51:15Z</dcterms:modified>
</cp:coreProperties>
</file>