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90678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926D2E-159B-2632-87A4-8F410C17EDAF}"/>
              </a:ext>
            </a:extLst>
          </p:cNvPr>
          <p:cNvSpPr/>
          <p:nvPr/>
        </p:nvSpPr>
        <p:spPr>
          <a:xfrm>
            <a:off x="3098800" y="533400"/>
            <a:ext cx="2362200" cy="2133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516B14-6DB4-BCBD-FBE0-DA2C3EDCDC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530" y="609600"/>
            <a:ext cx="1376740" cy="1981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C0F0AC-192F-4CED-E7AA-83C6E18213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" y="5486400"/>
            <a:ext cx="2819400" cy="274320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anhar anhar</cp:lastModifiedBy>
  <cp:revision>3</cp:revision>
  <dcterms:created xsi:type="dcterms:W3CDTF">2006-08-16T00:00:00Z</dcterms:created>
  <dcterms:modified xsi:type="dcterms:W3CDTF">2026-07-13T12:19:56Z</dcterms:modified>
</cp:coreProperties>
</file>